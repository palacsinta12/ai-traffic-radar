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83" r:id="rId4"/>
    <p:sldMasterId id="2147483715" r:id="rId5"/>
  </p:sldMasterIdLst>
  <p:notesMasterIdLst>
    <p:notesMasterId r:id="rId18"/>
  </p:notesMasterIdLst>
  <p:sldIdLst>
    <p:sldId id="317" r:id="rId6"/>
    <p:sldId id="377" r:id="rId7"/>
    <p:sldId id="369" r:id="rId8"/>
    <p:sldId id="385" r:id="rId9"/>
    <p:sldId id="375" r:id="rId10"/>
    <p:sldId id="374" r:id="rId11"/>
    <p:sldId id="381" r:id="rId12"/>
    <p:sldId id="383" r:id="rId13"/>
    <p:sldId id="379" r:id="rId14"/>
    <p:sldId id="384" r:id="rId15"/>
    <p:sldId id="376" r:id="rId16"/>
    <p:sldId id="365" r:id="rId17"/>
  </p:sldIdLst>
  <p:sldSz cx="12192000" cy="6858000"/>
  <p:notesSz cx="6858000" cy="9144000"/>
  <p:custDataLst>
    <p:tags r:id="rId19"/>
  </p:custDataLst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DC00"/>
    <a:srgbClr val="00E8EE"/>
    <a:srgbClr val="3A596E"/>
    <a:srgbClr val="0066CC"/>
    <a:srgbClr val="CF68FF"/>
    <a:srgbClr val="E96C68"/>
    <a:srgbClr val="E16CB3"/>
    <a:srgbClr val="E3924B"/>
    <a:srgbClr val="6898EB"/>
    <a:srgbClr val="C4C4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2633"/>
    <p:restoredTop sz="94604" autoAdjust="0"/>
  </p:normalViewPr>
  <p:slideViewPr>
    <p:cSldViewPr snapToGrid="0">
      <p:cViewPr varScale="1">
        <p:scale>
          <a:sx n="74" d="100"/>
          <a:sy n="74" d="100"/>
        </p:scale>
        <p:origin x="106" y="20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tableStyles" Target="tableStyles.xml"/><Relationship Id="rId10" Type="http://schemas.openxmlformats.org/officeDocument/2006/relationships/slide" Target="slides/slide5.xml"/><Relationship Id="rId19" Type="http://schemas.openxmlformats.org/officeDocument/2006/relationships/tags" Target="tags/tag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89A6474-96D5-4D3C-A847-1B13DDB08768}" type="datetimeFigureOut">
              <a:rPr kumimoji="1" lang="ja-JP" altLang="en-US" smtClean="0"/>
              <a:t>2026/5/6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5DA488-5CFD-46D7-AF55-57563128E63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37591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rtl="0">
              <a:spcBef>
                <a:spcPts val="0"/>
              </a:spcBef>
              <a:spcAft>
                <a:spcPts val="0"/>
              </a:spcAft>
            </a:pPr>
            <a:endParaRPr lang="hu-HU" b="0" i="0" u="none" strike="noStrike">
              <a:solidFill>
                <a:srgbClr val="000000"/>
              </a:solidFill>
              <a:effectLst/>
            </a:endParaRPr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5DA488-5CFD-46D7-AF55-57563128E634}" type="slidenum">
              <a:rPr kumimoji="1" lang="ja-JP" altLang="en-US" smtClean="0"/>
              <a:t>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2247687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u-H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5DA488-5CFD-46D7-AF55-57563128E634}" type="slidenum">
              <a:rPr kumimoji="1" lang="ja-JP" altLang="en-US" smtClean="0"/>
              <a:t>3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9227667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u-H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5DA488-5CFD-46D7-AF55-57563128E634}" type="slidenum">
              <a:rPr kumimoji="1" lang="ja-JP" altLang="en-US" smtClean="0"/>
              <a:t>9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4088658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hu-HU" b="0" i="0" u="none" strike="noStrike" dirty="0" err="1">
                <a:solidFill>
                  <a:srgbClr val="000000"/>
                </a:solidFill>
                <a:effectLst/>
              </a:rPr>
              <a:t>Thank</a:t>
            </a:r>
            <a:r>
              <a:rPr lang="hu-HU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hu-HU" b="0" i="0" u="none" strike="noStrike" dirty="0" err="1">
                <a:solidFill>
                  <a:srgbClr val="000000"/>
                </a:solidFill>
                <a:effectLst/>
              </a:rPr>
              <a:t>you</a:t>
            </a:r>
            <a:r>
              <a:rPr lang="hu-HU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hu-HU" b="0" i="0" u="none" strike="noStrike" dirty="0" err="1">
                <a:solidFill>
                  <a:srgbClr val="000000"/>
                </a:solidFill>
                <a:effectLst/>
              </a:rPr>
              <a:t>for</a:t>
            </a:r>
            <a:r>
              <a:rPr lang="hu-HU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hu-HU" b="0" i="0" u="none" strike="noStrike" dirty="0" err="1">
                <a:solidFill>
                  <a:srgbClr val="000000"/>
                </a:solidFill>
                <a:effectLst/>
              </a:rPr>
              <a:t>your</a:t>
            </a:r>
            <a:r>
              <a:rPr lang="hu-HU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hu-HU" b="0" i="0" u="none" strike="noStrike" dirty="0" err="1">
                <a:solidFill>
                  <a:srgbClr val="000000"/>
                </a:solidFill>
                <a:effectLst/>
              </a:rPr>
              <a:t>attention</a:t>
            </a:r>
            <a:r>
              <a:rPr lang="hu-HU" b="0" i="0" u="none" strike="noStrike" dirty="0">
                <a:solidFill>
                  <a:srgbClr val="000000"/>
                </a:solidFill>
                <a:effectLst/>
              </a:rPr>
              <a:t>.</a:t>
            </a:r>
          </a:p>
          <a:p>
            <a:pPr algn="l"/>
            <a:r>
              <a:rPr lang="hu-HU" b="0" i="0" u="none" strike="noStrike" dirty="0" err="1">
                <a:solidFill>
                  <a:srgbClr val="000000"/>
                </a:solidFill>
                <a:effectLst/>
              </a:rPr>
              <a:t>To</a:t>
            </a:r>
            <a:r>
              <a:rPr lang="hu-HU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hu-HU" b="0" i="0" u="none" strike="noStrike" dirty="0" err="1">
                <a:solidFill>
                  <a:srgbClr val="000000"/>
                </a:solidFill>
                <a:effectLst/>
              </a:rPr>
              <a:t>stay</a:t>
            </a:r>
            <a:r>
              <a:rPr lang="hu-HU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hu-HU" b="0" i="0" u="none" strike="noStrike" dirty="0" err="1">
                <a:solidFill>
                  <a:srgbClr val="000000"/>
                </a:solidFill>
                <a:effectLst/>
              </a:rPr>
              <a:t>up</a:t>
            </a:r>
            <a:r>
              <a:rPr lang="hu-HU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hu-HU" b="0" i="0" u="none" strike="noStrike" dirty="0" err="1">
                <a:solidFill>
                  <a:srgbClr val="000000"/>
                </a:solidFill>
                <a:effectLst/>
              </a:rPr>
              <a:t>to</a:t>
            </a:r>
            <a:r>
              <a:rPr lang="hu-HU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hu-HU" b="0" i="0" u="none" strike="noStrike" dirty="0" err="1">
                <a:solidFill>
                  <a:srgbClr val="000000"/>
                </a:solidFill>
                <a:effectLst/>
              </a:rPr>
              <a:t>date</a:t>
            </a:r>
            <a:r>
              <a:rPr lang="hu-HU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hu-HU" b="0" i="0" u="none" strike="noStrike" dirty="0" err="1">
                <a:solidFill>
                  <a:srgbClr val="000000"/>
                </a:solidFill>
                <a:effectLst/>
              </a:rPr>
              <a:t>with</a:t>
            </a:r>
            <a:r>
              <a:rPr lang="hu-HU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hu-HU" b="0" i="0" u="none" strike="noStrike" dirty="0" err="1">
                <a:solidFill>
                  <a:srgbClr val="000000"/>
                </a:solidFill>
                <a:effectLst/>
              </a:rPr>
              <a:t>our</a:t>
            </a:r>
            <a:r>
              <a:rPr lang="hu-HU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hu-HU" b="0" i="0" u="none" strike="noStrike" dirty="0" err="1">
                <a:solidFill>
                  <a:srgbClr val="000000"/>
                </a:solidFill>
                <a:effectLst/>
              </a:rPr>
              <a:t>results</a:t>
            </a:r>
            <a:r>
              <a:rPr lang="hu-HU" b="0" i="0" u="none" strike="noStrike" dirty="0">
                <a:solidFill>
                  <a:srgbClr val="000000"/>
                </a:solidFill>
                <a:effectLst/>
              </a:rPr>
              <a:t> and </a:t>
            </a:r>
            <a:r>
              <a:rPr lang="hu-HU" b="0" i="0" u="none" strike="noStrike" dirty="0" err="1">
                <a:solidFill>
                  <a:srgbClr val="000000"/>
                </a:solidFill>
                <a:effectLst/>
              </a:rPr>
              <a:t>news</a:t>
            </a:r>
            <a:r>
              <a:rPr lang="hu-HU" b="0" i="0" u="none" strike="noStrike" dirty="0">
                <a:solidFill>
                  <a:srgbClr val="000000"/>
                </a:solidFill>
                <a:effectLst/>
              </a:rPr>
              <a:t>, </a:t>
            </a:r>
            <a:r>
              <a:rPr lang="hu-HU" b="0" i="0" u="none" strike="noStrike" dirty="0" err="1">
                <a:solidFill>
                  <a:srgbClr val="000000"/>
                </a:solidFill>
                <a:effectLst/>
              </a:rPr>
              <a:t>visit</a:t>
            </a:r>
            <a:r>
              <a:rPr lang="hu-HU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hu-HU" b="0" i="0" u="none" strike="noStrike" dirty="0" err="1">
                <a:solidFill>
                  <a:srgbClr val="000000"/>
                </a:solidFill>
                <a:effectLst/>
              </a:rPr>
              <a:t>our</a:t>
            </a:r>
            <a:r>
              <a:rPr lang="hu-HU" b="0" i="0" u="none" strike="noStrike" dirty="0">
                <a:solidFill>
                  <a:srgbClr val="000000"/>
                </a:solidFill>
                <a:effectLst/>
              </a:rPr>
              <a:t> website and </a:t>
            </a:r>
            <a:r>
              <a:rPr lang="hu-HU" b="0" i="0" u="none" strike="noStrike" dirty="0" err="1">
                <a:solidFill>
                  <a:srgbClr val="000000"/>
                </a:solidFill>
                <a:effectLst/>
              </a:rPr>
              <a:t>follow</a:t>
            </a:r>
            <a:r>
              <a:rPr lang="hu-HU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hu-HU" b="0" i="0" u="none" strike="noStrike" dirty="0" err="1">
                <a:solidFill>
                  <a:srgbClr val="000000"/>
                </a:solidFill>
                <a:effectLst/>
              </a:rPr>
              <a:t>us</a:t>
            </a:r>
            <a:r>
              <a:rPr lang="hu-HU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hu-HU" b="0" i="0" u="none" strike="noStrike" dirty="0" err="1">
                <a:solidFill>
                  <a:srgbClr val="000000"/>
                </a:solidFill>
                <a:effectLst/>
              </a:rPr>
              <a:t>on</a:t>
            </a:r>
            <a:r>
              <a:rPr lang="hu-HU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hu-HU" b="0" i="0" u="none" strike="noStrike" dirty="0" err="1">
                <a:solidFill>
                  <a:srgbClr val="000000"/>
                </a:solidFill>
                <a:effectLst/>
              </a:rPr>
              <a:t>LinkedIn</a:t>
            </a:r>
            <a:r>
              <a:rPr lang="hu-HU" b="0" i="0" u="none" strike="noStrike" dirty="0">
                <a:solidFill>
                  <a:srgbClr val="000000"/>
                </a:solidFill>
                <a:effectLst/>
              </a:rPr>
              <a:t>.</a:t>
            </a:r>
          </a:p>
          <a:p>
            <a:pPr algn="l"/>
            <a:r>
              <a:rPr lang="hu-HU" b="1" i="0" u="none" strike="noStrike" dirty="0" err="1">
                <a:solidFill>
                  <a:srgbClr val="000000"/>
                </a:solidFill>
                <a:effectLst/>
              </a:rPr>
              <a:t>Let's</a:t>
            </a:r>
            <a:r>
              <a:rPr lang="hu-HU" b="1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hu-HU" b="1" i="0" u="none" strike="noStrike" dirty="0" err="1">
                <a:solidFill>
                  <a:srgbClr val="000000"/>
                </a:solidFill>
                <a:effectLst/>
              </a:rPr>
              <a:t>innovate</a:t>
            </a:r>
            <a:r>
              <a:rPr lang="hu-HU" b="1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hu-HU" b="1" i="0" u="none" strike="noStrike" dirty="0" err="1">
                <a:solidFill>
                  <a:srgbClr val="000000"/>
                </a:solidFill>
                <a:effectLst/>
              </a:rPr>
              <a:t>together</a:t>
            </a:r>
            <a:r>
              <a:rPr lang="hu-HU" b="1" i="0" u="none" strike="noStrike" dirty="0">
                <a:solidFill>
                  <a:srgbClr val="000000"/>
                </a:solidFill>
                <a:effectLst/>
              </a:rPr>
              <a:t> and </a:t>
            </a:r>
            <a:r>
              <a:rPr lang="hu-HU" b="1" i="0" u="none" strike="noStrike" dirty="0" err="1">
                <a:solidFill>
                  <a:srgbClr val="000000"/>
                </a:solidFill>
                <a:effectLst/>
              </a:rPr>
              <a:t>make</a:t>
            </a:r>
            <a:r>
              <a:rPr lang="hu-HU" b="1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hu-HU" b="1" i="0" u="none" strike="noStrike" dirty="0" err="1">
                <a:solidFill>
                  <a:srgbClr val="000000"/>
                </a:solidFill>
                <a:effectLst/>
              </a:rPr>
              <a:t>the</a:t>
            </a:r>
            <a:r>
              <a:rPr lang="hu-HU" b="1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hu-HU" b="1" i="0" u="none" strike="noStrike" dirty="0" err="1">
                <a:solidFill>
                  <a:srgbClr val="000000"/>
                </a:solidFill>
                <a:effectLst/>
              </a:rPr>
              <a:t>future</a:t>
            </a:r>
            <a:r>
              <a:rPr lang="hu-HU" b="1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hu-HU" b="1" i="0" u="none" strike="noStrike" dirty="0" err="1">
                <a:solidFill>
                  <a:srgbClr val="000000"/>
                </a:solidFill>
                <a:effectLst/>
              </a:rPr>
              <a:t>richer</a:t>
            </a:r>
            <a:r>
              <a:rPr lang="hu-HU" b="1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hu-HU" b="1" i="0" u="none" strike="noStrike" dirty="0" err="1">
                <a:solidFill>
                  <a:srgbClr val="000000"/>
                </a:solidFill>
                <a:effectLst/>
              </a:rPr>
              <a:t>with</a:t>
            </a:r>
            <a:r>
              <a:rPr lang="hu-HU" b="1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hu-HU" b="1" i="0" u="none" strike="noStrike" dirty="0" err="1">
                <a:solidFill>
                  <a:srgbClr val="000000"/>
                </a:solidFill>
                <a:effectLst/>
              </a:rPr>
              <a:t>our</a:t>
            </a:r>
            <a:r>
              <a:rPr lang="hu-HU" b="1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hu-HU" b="1" i="0" u="none" strike="noStrike" dirty="0" err="1">
                <a:solidFill>
                  <a:srgbClr val="000000"/>
                </a:solidFill>
                <a:effectLst/>
              </a:rPr>
              <a:t>shared</a:t>
            </a:r>
            <a:r>
              <a:rPr lang="hu-HU" b="1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hu-HU" b="1" i="0" u="none" strike="noStrike" dirty="0" err="1">
                <a:solidFill>
                  <a:srgbClr val="000000"/>
                </a:solidFill>
                <a:effectLst/>
              </a:rPr>
              <a:t>achievements</a:t>
            </a:r>
            <a:r>
              <a:rPr lang="hu-HU" b="1" i="0" u="none" strike="noStrike" dirty="0">
                <a:solidFill>
                  <a:srgbClr val="000000"/>
                </a:solidFill>
                <a:effectLst/>
              </a:rPr>
              <a:t>!</a:t>
            </a:r>
          </a:p>
          <a:p>
            <a:endParaRPr lang="en-GB" dirty="0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5DA488-5CFD-46D7-AF55-57563128E634}" type="slidenum">
              <a:rPr kumimoji="1" lang="ja-JP" altLang="en-US" smtClean="0"/>
              <a:t>12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329588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4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Relationship Id="rId6" Type="http://schemas.openxmlformats.org/officeDocument/2006/relationships/image" Target="../media/image3.svg"/><Relationship Id="rId5" Type="http://schemas.openxmlformats.org/officeDocument/2006/relationships/image" Target="../media/image1.emf"/><Relationship Id="rId4" Type="http://schemas.openxmlformats.org/officeDocument/2006/relationships/oleObject" Target="../embeddings/oleObject2.bin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Relationship Id="rId6" Type="http://schemas.openxmlformats.org/officeDocument/2006/relationships/image" Target="../media/image1.e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4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5.xml"/><Relationship Id="rId6" Type="http://schemas.openxmlformats.org/officeDocument/2006/relationships/image" Target="../media/image1.e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4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6.x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2.bin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7.xml"/><Relationship Id="rId6" Type="http://schemas.openxmlformats.org/officeDocument/2006/relationships/image" Target="../media/image4.png"/><Relationship Id="rId5" Type="http://schemas.openxmlformats.org/officeDocument/2006/relationships/image" Target="../media/image2.png"/><Relationship Id="rId4" Type="http://schemas.openxmlformats.org/officeDocument/2006/relationships/image" Target="../media/image1.emf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8.xml"/><Relationship Id="rId6" Type="http://schemas.openxmlformats.org/officeDocument/2006/relationships/image" Target="../media/image4.png"/><Relationship Id="rId5" Type="http://schemas.openxmlformats.org/officeDocument/2006/relationships/image" Target="../media/image2.png"/><Relationship Id="rId4" Type="http://schemas.openxmlformats.org/officeDocument/2006/relationships/image" Target="../media/image1.emf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9.xml"/><Relationship Id="rId6" Type="http://schemas.openxmlformats.org/officeDocument/2006/relationships/image" Target="../media/image4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3.bin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0.xml"/><Relationship Id="rId5" Type="http://schemas.openxmlformats.org/officeDocument/2006/relationships/image" Target="../media/image5.png"/><Relationship Id="rId4" Type="http://schemas.openxmlformats.org/officeDocument/2006/relationships/image" Target="../media/image1.emf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1.xml"/><Relationship Id="rId4" Type="http://schemas.openxmlformats.org/officeDocument/2006/relationships/image" Target="../media/image4.png"/></Relationships>
</file>

<file path=ppt/slideLayouts/_rels/slideLayout10.xml.rels><?xml version="1.0" encoding="UTF-8" standalone="yes"?>
<Relationships xmlns="http://schemas.openxmlformats.org/package/2006/relationships"><Relationship Id="rId8" Type="http://schemas.openxmlformats.org/officeDocument/2006/relationships/tags" Target="../tags/tag19.xml"/><Relationship Id="rId13" Type="http://schemas.openxmlformats.org/officeDocument/2006/relationships/image" Target="../media/image6.emf"/><Relationship Id="rId3" Type="http://schemas.openxmlformats.org/officeDocument/2006/relationships/tags" Target="../tags/tag14.xml"/><Relationship Id="rId7" Type="http://schemas.openxmlformats.org/officeDocument/2006/relationships/tags" Target="../tags/tag18.xml"/><Relationship Id="rId12" Type="http://schemas.openxmlformats.org/officeDocument/2006/relationships/oleObject" Target="../embeddings/oleObject4.bin"/><Relationship Id="rId2" Type="http://schemas.openxmlformats.org/officeDocument/2006/relationships/tags" Target="../tags/tag13.xml"/><Relationship Id="rId1" Type="http://schemas.openxmlformats.org/officeDocument/2006/relationships/tags" Target="../tags/tag12.xml"/><Relationship Id="rId6" Type="http://schemas.openxmlformats.org/officeDocument/2006/relationships/tags" Target="../tags/tag17.xml"/><Relationship Id="rId11" Type="http://schemas.openxmlformats.org/officeDocument/2006/relationships/image" Target="../media/image4.png"/><Relationship Id="rId5" Type="http://schemas.openxmlformats.org/officeDocument/2006/relationships/tags" Target="../tags/tag16.xml"/><Relationship Id="rId10" Type="http://schemas.openxmlformats.org/officeDocument/2006/relationships/image" Target="../media/image2.png"/><Relationship Id="rId4" Type="http://schemas.openxmlformats.org/officeDocument/2006/relationships/tags" Target="../tags/tag15.xml"/><Relationship Id="rId9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furukawa.co.jp/purpose/" TargetMode="External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svg"/><Relationship Id="rId5" Type="http://schemas.openxmlformats.org/officeDocument/2006/relationships/image" Target="../media/image8.svg"/><Relationship Id="rId4" Type="http://schemas.openxmlformats.org/officeDocument/2006/relationships/image" Target="../media/image7.sv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9.svg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21.xml"/><Relationship Id="rId4" Type="http://schemas.openxmlformats.org/officeDocument/2006/relationships/image" Target="../media/image1.emf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.xml"/><Relationship Id="rId2" Type="http://schemas.openxmlformats.org/officeDocument/2006/relationships/tags" Target="../tags/tag23.xml"/><Relationship Id="rId1" Type="http://schemas.openxmlformats.org/officeDocument/2006/relationships/tags" Target="../tags/tag22.x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6.bin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　電工表紙_Cover page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図 14">
            <a:extLst>
              <a:ext uri="{FF2B5EF4-FFF2-40B4-BE49-F238E27FC236}">
                <a16:creationId xmlns:a16="http://schemas.microsoft.com/office/drawing/2014/main" id="{7B8A5A44-2056-4F3F-943A-3B90503750E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t="12486"/>
          <a:stretch/>
        </p:blipFill>
        <p:spPr>
          <a:xfrm>
            <a:off x="0" y="852796"/>
            <a:ext cx="12193200" cy="6005204"/>
          </a:xfrm>
          <a:prstGeom prst="rect">
            <a:avLst/>
          </a:prstGeom>
        </p:spPr>
      </p:pic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C4DDFC9A-4202-4D27-A20A-D5A055FBCF22}"/>
              </a:ext>
            </a:extLst>
          </p:cNvPr>
          <p:cNvSpPr/>
          <p:nvPr userDrawn="1"/>
        </p:nvSpPr>
        <p:spPr>
          <a:xfrm>
            <a:off x="0" y="2303553"/>
            <a:ext cx="8666629" cy="2823667"/>
          </a:xfrm>
          <a:prstGeom prst="rect">
            <a:avLst/>
          </a:prstGeom>
          <a:gradFill flip="none" rotWithShape="1">
            <a:gsLst>
              <a:gs pos="35000">
                <a:schemeClr val="bg1">
                  <a:alpha val="70000"/>
                </a:schemeClr>
              </a:gs>
              <a:gs pos="0">
                <a:schemeClr val="bg1">
                  <a:alpha val="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graphicFrame>
        <p:nvGraphicFramePr>
          <p:cNvPr id="8" name="Object 7" hidden="1">
            <a:extLst>
              <a:ext uri="{FF2B5EF4-FFF2-40B4-BE49-F238E27FC236}">
                <a16:creationId xmlns:a16="http://schemas.microsoft.com/office/drawing/2014/main" id="{F452344E-EC15-4241-B5A1-563CE4C7490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38645409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08" imgH="408" progId="TCLayout.ActiveDocument.1">
                  <p:embed/>
                </p:oleObj>
              </mc:Choice>
              <mc:Fallback>
                <p:oleObj name="think-cell Slide" r:id="rId4" imgW="408" imgH="408" progId="TCLayout.ActiveDocument.1">
                  <p:embed/>
                  <p:pic>
                    <p:nvPicPr>
                      <p:cNvPr id="8" name="Object 7" hidden="1">
                        <a:extLst>
                          <a:ext uri="{FF2B5EF4-FFF2-40B4-BE49-F238E27FC236}">
                            <a16:creationId xmlns:a16="http://schemas.microsoft.com/office/drawing/2014/main" id="{F452344E-EC15-4241-B5A1-563CE4C7490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AE0FEC9-2881-4AD3-ACFC-C788314CF22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0000" y="3644176"/>
            <a:ext cx="6912000" cy="307777"/>
          </a:xfrm>
          <a:prstGeom prst="rect">
            <a:avLst/>
          </a:prstGeom>
        </p:spPr>
        <p:txBody>
          <a:bodyPr>
            <a:spAutoFit/>
          </a:bodyPr>
          <a:lstStyle>
            <a:lvl1pPr algn="l"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kumimoji="1" lang="ja-JP" altLang="en-US"/>
              <a:t>日付</a:t>
            </a:r>
            <a:endParaRPr kumimoji="1" lang="ru-RU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A738AD3-9FAD-4FF4-9EC3-F3F3F09C099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 flipH="1">
            <a:off x="540000" y="3226567"/>
            <a:ext cx="6912000" cy="369332"/>
          </a:xfrm>
          <a:prstGeom prst="rect">
            <a:avLst/>
          </a:prstGeom>
        </p:spPr>
        <p:txBody>
          <a:bodyPr>
            <a:spAutoFit/>
          </a:bodyPr>
          <a:lstStyle>
            <a:lvl1pPr algn="l">
              <a:defRPr sz="1800">
                <a:solidFill>
                  <a:schemeClr val="tx1"/>
                </a:solidFill>
              </a:defRPr>
            </a:lvl1pPr>
          </a:lstStyle>
          <a:p>
            <a:r>
              <a:rPr lang="ja-JP" altLang="en-US"/>
              <a:t>副題</a:t>
            </a:r>
            <a:r>
              <a:rPr lang="en-US" altLang="ja-JP"/>
              <a:t> –</a:t>
            </a:r>
            <a:r>
              <a:rPr lang="ja-JP" altLang="en-US"/>
              <a:t> </a:t>
            </a:r>
            <a:r>
              <a:rPr lang="en-US" altLang="ja-JP"/>
              <a:t>Why</a:t>
            </a:r>
            <a:endParaRPr lang="ja-JP" altLang="en-US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19CAC85E-BCB2-48A0-872A-F357B798390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40000" y="2605345"/>
            <a:ext cx="6912000" cy="492443"/>
          </a:xfrm>
          <a:prstGeom prst="rect">
            <a:avLst/>
          </a:prstGeom>
        </p:spPr>
        <p:txBody>
          <a:bodyPr anchor="b"/>
          <a:lstStyle>
            <a:lvl1pPr>
              <a:defRPr sz="3200" b="1" baseline="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pPr lvl="0"/>
            <a:r>
              <a:rPr lang="ja-JP" altLang="en-US"/>
              <a:t>表題</a:t>
            </a:r>
            <a:r>
              <a:rPr lang="en-US" altLang="ja-JP"/>
              <a:t> –</a:t>
            </a:r>
            <a:r>
              <a:rPr lang="ja-JP" altLang="en-US"/>
              <a:t> </a:t>
            </a:r>
            <a:r>
              <a:rPr lang="en-US" altLang="ja-JP"/>
              <a:t>What</a:t>
            </a:r>
            <a:endParaRPr kumimoji="1" lang="ja-JP" altLang="en-US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8369459F-E5A4-4186-B5AB-753B4D23E642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39999" y="4205841"/>
            <a:ext cx="6912000" cy="246221"/>
          </a:xfrm>
          <a:prstGeom prst="rect">
            <a:avLst/>
          </a:prstGeom>
        </p:spPr>
        <p:txBody>
          <a:bodyPr/>
          <a:lstStyle>
            <a:lvl1pPr algn="l">
              <a:defRPr sz="1600">
                <a:solidFill>
                  <a:schemeClr val="accent6">
                    <a:lumMod val="50000"/>
                  </a:schemeClr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600">
                <a:solidFill>
                  <a:schemeClr val="bg1"/>
                </a:solidFill>
              </a:defRPr>
            </a:lvl3pPr>
            <a:lvl4pPr>
              <a:defRPr sz="1600">
                <a:solidFill>
                  <a:schemeClr val="bg1"/>
                </a:solidFill>
              </a:defRPr>
            </a:lvl4pPr>
            <a:lvl5pPr>
              <a:defRPr sz="1600"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ja-JP" altLang="en-US"/>
              <a:t>担当・責任部署</a:t>
            </a:r>
            <a:endParaRPr kumimoji="1" lang="ru-RU"/>
          </a:p>
        </p:txBody>
      </p:sp>
      <p:sp>
        <p:nvSpPr>
          <p:cNvPr id="27" name="Text Placeholder 15">
            <a:extLst>
              <a:ext uri="{FF2B5EF4-FFF2-40B4-BE49-F238E27FC236}">
                <a16:creationId xmlns:a16="http://schemas.microsoft.com/office/drawing/2014/main" id="{BC078F0E-8909-4FA4-8F17-0F3461B04D0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39999" y="4529963"/>
            <a:ext cx="6912000" cy="246221"/>
          </a:xfrm>
          <a:prstGeom prst="rect">
            <a:avLst/>
          </a:prstGeom>
        </p:spPr>
        <p:txBody>
          <a:bodyPr/>
          <a:lstStyle>
            <a:lvl1pPr algn="l">
              <a:defRPr sz="1600">
                <a:solidFill>
                  <a:schemeClr val="accent6">
                    <a:lumMod val="50000"/>
                  </a:schemeClr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600">
                <a:solidFill>
                  <a:schemeClr val="bg1"/>
                </a:solidFill>
              </a:defRPr>
            </a:lvl3pPr>
            <a:lvl4pPr>
              <a:defRPr sz="1600">
                <a:solidFill>
                  <a:schemeClr val="bg1"/>
                </a:solidFill>
              </a:defRPr>
            </a:lvl4pPr>
            <a:lvl5pPr>
              <a:defRPr sz="1600"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ja-JP" altLang="en-US"/>
              <a:t>担当・責任者名</a:t>
            </a:r>
            <a:endParaRPr kumimoji="1" lang="ru-RU"/>
          </a:p>
        </p:txBody>
      </p:sp>
      <p:sp>
        <p:nvSpPr>
          <p:cNvPr id="42" name="Text Placeholder 41">
            <a:extLst>
              <a:ext uri="{FF2B5EF4-FFF2-40B4-BE49-F238E27FC236}">
                <a16:creationId xmlns:a16="http://schemas.microsoft.com/office/drawing/2014/main" id="{8DD65AA4-FAD5-4CC5-8E2C-7B9548E8284E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136000" y="1080000"/>
            <a:ext cx="3600000" cy="246221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pPr lvl="0"/>
            <a:r>
              <a:rPr kumimoji="1" lang="ja-JP" altLang="en-US"/>
              <a:t>資料情報</a:t>
            </a:r>
            <a:endParaRPr kumimoji="1" lang="en-US" altLang="ja-JP"/>
          </a:p>
        </p:txBody>
      </p:sp>
      <p:grpSp>
        <p:nvGrpSpPr>
          <p:cNvPr id="17" name="Group 13">
            <a:extLst>
              <a:ext uri="{FF2B5EF4-FFF2-40B4-BE49-F238E27FC236}">
                <a16:creationId xmlns:a16="http://schemas.microsoft.com/office/drawing/2014/main" id="{C483E065-BEC6-4D8F-B9AA-4EA2736581A4}"/>
              </a:ext>
            </a:extLst>
          </p:cNvPr>
          <p:cNvGrpSpPr/>
          <p:nvPr userDrawn="1"/>
        </p:nvGrpSpPr>
        <p:grpSpPr>
          <a:xfrm>
            <a:off x="539999" y="287771"/>
            <a:ext cx="11196001" cy="317291"/>
            <a:chOff x="539999" y="287771"/>
            <a:chExt cx="11196001" cy="317291"/>
          </a:xfrm>
        </p:grpSpPr>
        <p:pic>
          <p:nvPicPr>
            <p:cNvPr id="18" name="Graphic 14">
              <a:extLst>
                <a:ext uri="{FF2B5EF4-FFF2-40B4-BE49-F238E27FC236}">
                  <a16:creationId xmlns:a16="http://schemas.microsoft.com/office/drawing/2014/main" id="{8FA41B20-986E-43AF-A0F5-F5EA42676FA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539999" y="287771"/>
              <a:ext cx="1660235" cy="280800"/>
            </a:xfrm>
            <a:prstGeom prst="rect">
              <a:avLst/>
            </a:prstGeom>
          </p:spPr>
        </p:pic>
        <p:pic>
          <p:nvPicPr>
            <p:cNvPr id="19" name="Picture 16">
              <a:extLst>
                <a:ext uri="{FF2B5EF4-FFF2-40B4-BE49-F238E27FC236}">
                  <a16:creationId xmlns:a16="http://schemas.microsoft.com/office/drawing/2014/main" id="{601C252E-8F4A-41FB-89AD-D2F4BB8C14B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784800" y="300187"/>
              <a:ext cx="1951200" cy="304875"/>
            </a:xfrm>
            <a:prstGeom prst="rect">
              <a:avLst/>
            </a:prstGeom>
          </p:spPr>
        </p:pic>
      </p:grpSp>
      <p:sp>
        <p:nvSpPr>
          <p:cNvPr id="20" name="TextBox 29">
            <a:extLst>
              <a:ext uri="{FF2B5EF4-FFF2-40B4-BE49-F238E27FC236}">
                <a16:creationId xmlns:a16="http://schemas.microsoft.com/office/drawing/2014/main" id="{022B54D0-9BD9-4768-B11F-6D7CDAF2BDBF}"/>
              </a:ext>
            </a:extLst>
          </p:cNvPr>
          <p:cNvSpPr txBox="1"/>
          <p:nvPr userDrawn="1"/>
        </p:nvSpPr>
        <p:spPr>
          <a:xfrm>
            <a:off x="334033" y="6545171"/>
            <a:ext cx="4644000" cy="153888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>
              <a:defRPr/>
            </a:pPr>
            <a:r>
              <a:rPr lang="en-US" altLang="ja-JP" sz="1000" baseline="0">
                <a:solidFill>
                  <a:schemeClr val="bg1"/>
                </a:solidFill>
                <a:latin typeface="+mn-lt"/>
                <a:ea typeface="+mn-ea"/>
              </a:rPr>
              <a:t>© FURUKAWA ELECTRIC CO., LTD. </a:t>
            </a:r>
          </a:p>
        </p:txBody>
      </p:sp>
    </p:spTree>
    <p:extLst>
      <p:ext uri="{BB962C8B-B14F-4D97-AF65-F5344CB8AC3E}">
        <p14:creationId xmlns:p14="http://schemas.microsoft.com/office/powerpoint/2010/main" val="34725682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　グループ表紙_Cover page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図 1">
            <a:extLst>
              <a:ext uri="{FF2B5EF4-FFF2-40B4-BE49-F238E27FC236}">
                <a16:creationId xmlns:a16="http://schemas.microsoft.com/office/drawing/2014/main" id="{CE07F20E-1700-4921-16A9-7FAFF3A1A2A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t="12486"/>
          <a:stretch/>
        </p:blipFill>
        <p:spPr>
          <a:xfrm>
            <a:off x="0" y="852796"/>
            <a:ext cx="12193200" cy="6005204"/>
          </a:xfrm>
          <a:prstGeom prst="rect">
            <a:avLst/>
          </a:prstGeom>
        </p:spPr>
      </p:pic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AA99BE95-3589-439C-AC59-184B18B84FED}"/>
              </a:ext>
            </a:extLst>
          </p:cNvPr>
          <p:cNvSpPr/>
          <p:nvPr userDrawn="1"/>
        </p:nvSpPr>
        <p:spPr>
          <a:xfrm>
            <a:off x="0" y="2303553"/>
            <a:ext cx="8666629" cy="2823667"/>
          </a:xfrm>
          <a:prstGeom prst="rect">
            <a:avLst/>
          </a:prstGeom>
          <a:gradFill flip="none" rotWithShape="1">
            <a:gsLst>
              <a:gs pos="35000">
                <a:schemeClr val="bg1">
                  <a:alpha val="70000"/>
                </a:schemeClr>
              </a:gs>
              <a:gs pos="0">
                <a:schemeClr val="bg1">
                  <a:alpha val="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pic>
        <p:nvPicPr>
          <p:cNvPr id="18" name="Picture 16">
            <a:extLst>
              <a:ext uri="{FF2B5EF4-FFF2-40B4-BE49-F238E27FC236}">
                <a16:creationId xmlns:a16="http://schemas.microsoft.com/office/drawing/2014/main" id="{60C6259C-8F67-454B-8434-0CCA248AB3B6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4800" y="300187"/>
            <a:ext cx="1951200" cy="304875"/>
          </a:xfrm>
          <a:prstGeom prst="rect">
            <a:avLst/>
          </a:prstGeom>
        </p:spPr>
      </p:pic>
      <p:graphicFrame>
        <p:nvGraphicFramePr>
          <p:cNvPr id="8" name="Object 7" hidden="1">
            <a:extLst>
              <a:ext uri="{FF2B5EF4-FFF2-40B4-BE49-F238E27FC236}">
                <a16:creationId xmlns:a16="http://schemas.microsoft.com/office/drawing/2014/main" id="{F452344E-EC15-4241-B5A1-563CE4C7490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9424410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408" imgH="408" progId="TCLayout.ActiveDocument.1">
                  <p:embed/>
                </p:oleObj>
              </mc:Choice>
              <mc:Fallback>
                <p:oleObj name="think-cell Slide" r:id="rId5" imgW="408" imgH="408" progId="TCLayout.ActiveDocument.1">
                  <p:embed/>
                  <p:pic>
                    <p:nvPicPr>
                      <p:cNvPr id="8" name="Object 7" hidden="1">
                        <a:extLst>
                          <a:ext uri="{FF2B5EF4-FFF2-40B4-BE49-F238E27FC236}">
                            <a16:creationId xmlns:a16="http://schemas.microsoft.com/office/drawing/2014/main" id="{F452344E-EC15-4241-B5A1-563CE4C7490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2" name="Text Placeholder 41">
            <a:extLst>
              <a:ext uri="{FF2B5EF4-FFF2-40B4-BE49-F238E27FC236}">
                <a16:creationId xmlns:a16="http://schemas.microsoft.com/office/drawing/2014/main" id="{8DD65AA4-FAD5-4CC5-8E2C-7B9548E8284E}"/>
              </a:ext>
            </a:extLst>
          </p:cNvPr>
          <p:cNvSpPr>
            <a:spLocks noGrp="1"/>
          </p:cNvSpPr>
          <p:nvPr userDrawn="1">
            <p:ph type="body" sz="quarter" idx="22" hasCustomPrompt="1"/>
          </p:nvPr>
        </p:nvSpPr>
        <p:spPr>
          <a:xfrm>
            <a:off x="8136000" y="1080000"/>
            <a:ext cx="3600000" cy="246221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pPr lvl="0"/>
            <a:r>
              <a:rPr kumimoji="1" lang="ja-JP" altLang="en-US"/>
              <a:t>資料情報</a:t>
            </a:r>
            <a:endParaRPr kumimoji="1" lang="en-US"/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602E478D-1F0C-413B-BAE0-020F5A208FC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0000" y="3644176"/>
            <a:ext cx="6912000" cy="307777"/>
          </a:xfrm>
          <a:prstGeom prst="rect">
            <a:avLst/>
          </a:prstGeom>
        </p:spPr>
        <p:txBody>
          <a:bodyPr>
            <a:spAutoFit/>
          </a:bodyPr>
          <a:lstStyle>
            <a:lvl1pPr algn="l"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kumimoji="1" lang="ja-JP" altLang="en-US"/>
              <a:t>日付</a:t>
            </a:r>
            <a:endParaRPr kumimoji="1" lang="ru-RU"/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392B2857-1318-4F01-8B4D-E80C0897CED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 flipH="1">
            <a:off x="540000" y="3226567"/>
            <a:ext cx="6912000" cy="369332"/>
          </a:xfrm>
          <a:prstGeom prst="rect">
            <a:avLst/>
          </a:prstGeom>
        </p:spPr>
        <p:txBody>
          <a:bodyPr>
            <a:spAutoFit/>
          </a:bodyPr>
          <a:lstStyle>
            <a:lvl1pPr algn="l">
              <a:defRPr sz="1800">
                <a:solidFill>
                  <a:schemeClr val="tx1"/>
                </a:solidFill>
              </a:defRPr>
            </a:lvl1pPr>
          </a:lstStyle>
          <a:p>
            <a:r>
              <a:rPr lang="ja-JP" altLang="en-US"/>
              <a:t>副題</a:t>
            </a:r>
            <a:r>
              <a:rPr lang="en-US" altLang="ja-JP"/>
              <a:t> –</a:t>
            </a:r>
            <a:r>
              <a:rPr lang="ja-JP" altLang="en-US"/>
              <a:t> </a:t>
            </a:r>
            <a:r>
              <a:rPr lang="en-US" altLang="ja-JP"/>
              <a:t>Why</a:t>
            </a:r>
            <a:endParaRPr lang="ja-JP" altLang="en-US"/>
          </a:p>
        </p:txBody>
      </p:sp>
      <p:sp>
        <p:nvSpPr>
          <p:cNvPr id="19" name="Text Placeholder 9">
            <a:extLst>
              <a:ext uri="{FF2B5EF4-FFF2-40B4-BE49-F238E27FC236}">
                <a16:creationId xmlns:a16="http://schemas.microsoft.com/office/drawing/2014/main" id="{E95D8FED-46C9-412D-9811-AB9276BF040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40000" y="2605345"/>
            <a:ext cx="6912000" cy="492443"/>
          </a:xfrm>
          <a:prstGeom prst="rect">
            <a:avLst/>
          </a:prstGeom>
        </p:spPr>
        <p:txBody>
          <a:bodyPr anchor="b"/>
          <a:lstStyle>
            <a:lvl1pPr>
              <a:defRPr sz="3200" b="1" baseline="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pPr lvl="0"/>
            <a:r>
              <a:rPr lang="ja-JP" altLang="en-US"/>
              <a:t>表題</a:t>
            </a:r>
            <a:r>
              <a:rPr lang="en-US" altLang="ja-JP"/>
              <a:t> –</a:t>
            </a:r>
            <a:r>
              <a:rPr lang="ja-JP" altLang="en-US"/>
              <a:t> </a:t>
            </a:r>
            <a:r>
              <a:rPr lang="en-US" altLang="ja-JP"/>
              <a:t>What</a:t>
            </a:r>
            <a:endParaRPr kumimoji="1" lang="ja-JP" altLang="en-US"/>
          </a:p>
        </p:txBody>
      </p:sp>
      <p:sp>
        <p:nvSpPr>
          <p:cNvPr id="20" name="Text Placeholder 15">
            <a:extLst>
              <a:ext uri="{FF2B5EF4-FFF2-40B4-BE49-F238E27FC236}">
                <a16:creationId xmlns:a16="http://schemas.microsoft.com/office/drawing/2014/main" id="{505092CD-3351-4DB8-8AA6-726BEF54C002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39999" y="4205841"/>
            <a:ext cx="6912000" cy="246221"/>
          </a:xfrm>
          <a:prstGeom prst="rect">
            <a:avLst/>
          </a:prstGeom>
        </p:spPr>
        <p:txBody>
          <a:bodyPr/>
          <a:lstStyle>
            <a:lvl1pPr algn="l">
              <a:defRPr sz="1600">
                <a:solidFill>
                  <a:schemeClr val="accent6">
                    <a:lumMod val="50000"/>
                  </a:schemeClr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600">
                <a:solidFill>
                  <a:schemeClr val="bg1"/>
                </a:solidFill>
              </a:defRPr>
            </a:lvl3pPr>
            <a:lvl4pPr>
              <a:defRPr sz="1600">
                <a:solidFill>
                  <a:schemeClr val="bg1"/>
                </a:solidFill>
              </a:defRPr>
            </a:lvl4pPr>
            <a:lvl5pPr>
              <a:defRPr sz="1600"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ja-JP" altLang="en-US"/>
              <a:t>担当・責任部署</a:t>
            </a:r>
            <a:endParaRPr kumimoji="1" lang="ru-RU"/>
          </a:p>
        </p:txBody>
      </p:sp>
      <p:sp>
        <p:nvSpPr>
          <p:cNvPr id="21" name="Text Placeholder 15">
            <a:extLst>
              <a:ext uri="{FF2B5EF4-FFF2-40B4-BE49-F238E27FC236}">
                <a16:creationId xmlns:a16="http://schemas.microsoft.com/office/drawing/2014/main" id="{8A383ED1-382D-4FD6-B8E1-A1408E85901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39999" y="4529963"/>
            <a:ext cx="6912000" cy="246221"/>
          </a:xfrm>
          <a:prstGeom prst="rect">
            <a:avLst/>
          </a:prstGeom>
        </p:spPr>
        <p:txBody>
          <a:bodyPr/>
          <a:lstStyle>
            <a:lvl1pPr algn="l">
              <a:defRPr sz="1600">
                <a:solidFill>
                  <a:schemeClr val="accent6">
                    <a:lumMod val="50000"/>
                  </a:schemeClr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600">
                <a:solidFill>
                  <a:schemeClr val="bg1"/>
                </a:solidFill>
              </a:defRPr>
            </a:lvl3pPr>
            <a:lvl4pPr>
              <a:defRPr sz="1600">
                <a:solidFill>
                  <a:schemeClr val="bg1"/>
                </a:solidFill>
              </a:defRPr>
            </a:lvl4pPr>
            <a:lvl5pPr>
              <a:defRPr sz="1600"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ja-JP" altLang="en-US"/>
              <a:t>担当・責任者名</a:t>
            </a:r>
            <a:endParaRPr kumimoji="1" lang="ru-RU"/>
          </a:p>
        </p:txBody>
      </p:sp>
      <p:sp>
        <p:nvSpPr>
          <p:cNvPr id="13" name="TextBox 29">
            <a:extLst>
              <a:ext uri="{FF2B5EF4-FFF2-40B4-BE49-F238E27FC236}">
                <a16:creationId xmlns:a16="http://schemas.microsoft.com/office/drawing/2014/main" id="{853D945E-DD7E-40B2-A8F6-20D046712318}"/>
              </a:ext>
            </a:extLst>
          </p:cNvPr>
          <p:cNvSpPr txBox="1"/>
          <p:nvPr userDrawn="1"/>
        </p:nvSpPr>
        <p:spPr>
          <a:xfrm>
            <a:off x="334033" y="6545171"/>
            <a:ext cx="4644000" cy="153888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>
              <a:defRPr/>
            </a:pPr>
            <a:r>
              <a:rPr lang="en-US" altLang="ja-JP" sz="1000" baseline="0">
                <a:solidFill>
                  <a:schemeClr val="bg1"/>
                </a:solidFill>
                <a:latin typeface="+mn-lt"/>
                <a:ea typeface="+mn-ea"/>
              </a:rPr>
              <a:t>© FURUKAWA ELECTRIC CO., LTD. </a:t>
            </a:r>
          </a:p>
        </p:txBody>
      </p:sp>
    </p:spTree>
    <p:extLst>
      <p:ext uri="{BB962C8B-B14F-4D97-AF65-F5344CB8AC3E}">
        <p14:creationId xmlns:p14="http://schemas.microsoft.com/office/powerpoint/2010/main" val="2415588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　英語表紙_Cover page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図 1">
            <a:extLst>
              <a:ext uri="{FF2B5EF4-FFF2-40B4-BE49-F238E27FC236}">
                <a16:creationId xmlns:a16="http://schemas.microsoft.com/office/drawing/2014/main" id="{A0C18B6F-F0BA-5AFA-E59A-F59936A4683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t="12486"/>
          <a:stretch/>
        </p:blipFill>
        <p:spPr>
          <a:xfrm>
            <a:off x="0" y="852796"/>
            <a:ext cx="12193200" cy="6005204"/>
          </a:xfrm>
          <a:prstGeom prst="rect">
            <a:avLst/>
          </a:prstGeom>
        </p:spPr>
      </p:pic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EDF84EE2-14CE-4A48-BC78-24A0AEF4E5FD}"/>
              </a:ext>
            </a:extLst>
          </p:cNvPr>
          <p:cNvSpPr/>
          <p:nvPr userDrawn="1"/>
        </p:nvSpPr>
        <p:spPr>
          <a:xfrm>
            <a:off x="0" y="2303553"/>
            <a:ext cx="8666629" cy="2823667"/>
          </a:xfrm>
          <a:prstGeom prst="rect">
            <a:avLst/>
          </a:prstGeom>
          <a:gradFill flip="none" rotWithShape="1">
            <a:gsLst>
              <a:gs pos="35000">
                <a:schemeClr val="bg1">
                  <a:alpha val="70000"/>
                </a:schemeClr>
              </a:gs>
              <a:gs pos="0">
                <a:schemeClr val="bg1">
                  <a:alpha val="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pic>
        <p:nvPicPr>
          <p:cNvPr id="14" name="Picture 16">
            <a:extLst>
              <a:ext uri="{FF2B5EF4-FFF2-40B4-BE49-F238E27FC236}">
                <a16:creationId xmlns:a16="http://schemas.microsoft.com/office/drawing/2014/main" id="{778406C1-6956-44AE-B91A-2B3EDF0F7F5D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4800" y="300187"/>
            <a:ext cx="1951200" cy="304875"/>
          </a:xfrm>
          <a:prstGeom prst="rect">
            <a:avLst/>
          </a:prstGeom>
        </p:spPr>
      </p:pic>
      <p:sp>
        <p:nvSpPr>
          <p:cNvPr id="21" name="Text Placeholder 15">
            <a:extLst>
              <a:ext uri="{FF2B5EF4-FFF2-40B4-BE49-F238E27FC236}">
                <a16:creationId xmlns:a16="http://schemas.microsoft.com/office/drawing/2014/main" id="{6DD1B84A-29A6-4E08-90AD-E69B2B3068AC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40000" y="4204800"/>
            <a:ext cx="6912000" cy="246221"/>
          </a:xfrm>
          <a:prstGeom prst="rect">
            <a:avLst/>
          </a:prstGeom>
        </p:spPr>
        <p:txBody>
          <a:bodyPr/>
          <a:lstStyle>
            <a:lvl1pPr algn="l">
              <a:defRPr sz="1600">
                <a:solidFill>
                  <a:schemeClr val="accent6">
                    <a:lumMod val="50000"/>
                  </a:schemeClr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600">
                <a:solidFill>
                  <a:schemeClr val="bg1"/>
                </a:solidFill>
              </a:defRPr>
            </a:lvl3pPr>
            <a:lvl4pPr>
              <a:defRPr sz="1600">
                <a:solidFill>
                  <a:schemeClr val="bg1"/>
                </a:solidFill>
              </a:defRPr>
            </a:lvl4pPr>
            <a:lvl5pPr>
              <a:defRPr sz="1600">
                <a:solidFill>
                  <a:schemeClr val="bg1"/>
                </a:solidFill>
              </a:defRPr>
            </a:lvl5pPr>
          </a:lstStyle>
          <a:p>
            <a:r>
              <a:rPr lang="en-US" altLang="ja-JP" sz="1600"/>
              <a:t>Department in charge/responsible</a:t>
            </a:r>
            <a:endParaRPr lang="ja-JP" altLang="en-US" sz="1600"/>
          </a:p>
        </p:txBody>
      </p:sp>
      <p:sp>
        <p:nvSpPr>
          <p:cNvPr id="22" name="Text Placeholder 15">
            <a:extLst>
              <a:ext uri="{FF2B5EF4-FFF2-40B4-BE49-F238E27FC236}">
                <a16:creationId xmlns:a16="http://schemas.microsoft.com/office/drawing/2014/main" id="{C7CDB286-188A-44B2-825F-931C1A819CA5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40000" y="4528800"/>
            <a:ext cx="6912000" cy="246221"/>
          </a:xfrm>
          <a:prstGeom prst="rect">
            <a:avLst/>
          </a:prstGeom>
        </p:spPr>
        <p:txBody>
          <a:bodyPr/>
          <a:lstStyle>
            <a:lvl1pPr algn="l">
              <a:defRPr sz="1600">
                <a:solidFill>
                  <a:schemeClr val="accent6">
                    <a:lumMod val="50000"/>
                  </a:schemeClr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600">
                <a:solidFill>
                  <a:schemeClr val="bg1"/>
                </a:solidFill>
              </a:defRPr>
            </a:lvl3pPr>
            <a:lvl4pPr>
              <a:defRPr sz="1600">
                <a:solidFill>
                  <a:schemeClr val="bg1"/>
                </a:solidFill>
              </a:defRPr>
            </a:lvl4pPr>
            <a:lvl5pPr>
              <a:defRPr sz="1600">
                <a:solidFill>
                  <a:schemeClr val="bg1"/>
                </a:solidFill>
              </a:defRPr>
            </a:lvl5pPr>
          </a:lstStyle>
          <a:p>
            <a:r>
              <a:rPr lang="en-US" altLang="ja-JP" sz="1600"/>
              <a:t>Name of person in charge/responsible</a:t>
            </a:r>
            <a:endParaRPr lang="ja-JP" altLang="en-US" sz="1600"/>
          </a:p>
        </p:txBody>
      </p:sp>
      <p:graphicFrame>
        <p:nvGraphicFramePr>
          <p:cNvPr id="8" name="Object 7" hidden="1">
            <a:extLst>
              <a:ext uri="{FF2B5EF4-FFF2-40B4-BE49-F238E27FC236}">
                <a16:creationId xmlns:a16="http://schemas.microsoft.com/office/drawing/2014/main" id="{F452344E-EC15-4241-B5A1-563CE4C7490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95001743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408" imgH="408" progId="TCLayout.ActiveDocument.1">
                  <p:embed/>
                </p:oleObj>
              </mc:Choice>
              <mc:Fallback>
                <p:oleObj name="think-cell Slide" r:id="rId5" imgW="408" imgH="408" progId="TCLayout.ActiveDocument.1">
                  <p:embed/>
                  <p:pic>
                    <p:nvPicPr>
                      <p:cNvPr id="8" name="Object 7" hidden="1">
                        <a:extLst>
                          <a:ext uri="{FF2B5EF4-FFF2-40B4-BE49-F238E27FC236}">
                            <a16:creationId xmlns:a16="http://schemas.microsoft.com/office/drawing/2014/main" id="{F452344E-EC15-4241-B5A1-563CE4C7490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AE0FEC9-2881-4AD3-ACFC-C788314CF22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0000" y="3644176"/>
            <a:ext cx="6912000" cy="307777"/>
          </a:xfrm>
          <a:prstGeom prst="rect">
            <a:avLst/>
          </a:prstGeom>
        </p:spPr>
        <p:txBody>
          <a:bodyPr>
            <a:spAutoFit/>
          </a:bodyPr>
          <a:lstStyle>
            <a:lvl1pPr algn="l"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kumimoji="1" lang="en-US" altLang="ja-JP"/>
              <a:t>Date</a:t>
            </a:r>
            <a:endParaRPr kumimoji="1" lang="ru-RU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A738AD3-9FAD-4FF4-9EC3-F3F3F09C099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 flipH="1">
            <a:off x="540000" y="3226567"/>
            <a:ext cx="6912000" cy="369332"/>
          </a:xfrm>
          <a:prstGeom prst="rect">
            <a:avLst/>
          </a:prstGeom>
        </p:spPr>
        <p:txBody>
          <a:bodyPr>
            <a:spAutoFit/>
          </a:bodyPr>
          <a:lstStyle>
            <a:lvl1pPr algn="l">
              <a:defRPr sz="1800">
                <a:solidFill>
                  <a:schemeClr val="tx1"/>
                </a:solidFill>
              </a:defRPr>
            </a:lvl1pPr>
          </a:lstStyle>
          <a:p>
            <a:r>
              <a:rPr lang="en-US" altLang="ja-JP"/>
              <a:t>Subtitle –</a:t>
            </a:r>
            <a:r>
              <a:rPr lang="ja-JP" altLang="en-US"/>
              <a:t> </a:t>
            </a:r>
            <a:r>
              <a:rPr lang="en-US" altLang="ja-JP"/>
              <a:t>Why</a:t>
            </a:r>
            <a:endParaRPr lang="ja-JP" altLang="en-US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19CAC85E-BCB2-48A0-872A-F357B798390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40000" y="2605345"/>
            <a:ext cx="6912000" cy="492443"/>
          </a:xfrm>
          <a:prstGeom prst="rect">
            <a:avLst/>
          </a:prstGeom>
        </p:spPr>
        <p:txBody>
          <a:bodyPr anchor="b"/>
          <a:lstStyle>
            <a:lvl1pPr>
              <a:defRPr sz="3200" b="1" baseline="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en-US" altLang="ja-JP"/>
              <a:t>Title – What</a:t>
            </a:r>
            <a:endParaRPr lang="ja-JP" altLang="en-US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356906C-4A9C-408B-AAF4-26F1A95C4967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136000" y="1080000"/>
            <a:ext cx="3600000" cy="246221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pPr lvl="0"/>
            <a:r>
              <a:rPr kumimoji="1" lang="en-US"/>
              <a:t>Document information</a:t>
            </a:r>
            <a:endParaRPr kumimoji="1" lang="ru-RU"/>
          </a:p>
        </p:txBody>
      </p:sp>
      <p:sp>
        <p:nvSpPr>
          <p:cNvPr id="13" name="TextBox 29">
            <a:extLst>
              <a:ext uri="{FF2B5EF4-FFF2-40B4-BE49-F238E27FC236}">
                <a16:creationId xmlns:a16="http://schemas.microsoft.com/office/drawing/2014/main" id="{CCB0DC31-07E1-49E6-B14F-740B34678F21}"/>
              </a:ext>
            </a:extLst>
          </p:cNvPr>
          <p:cNvSpPr txBox="1"/>
          <p:nvPr userDrawn="1"/>
        </p:nvSpPr>
        <p:spPr>
          <a:xfrm>
            <a:off x="334033" y="6545171"/>
            <a:ext cx="4644000" cy="153888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>
              <a:defRPr/>
            </a:pPr>
            <a:r>
              <a:rPr lang="en-US" altLang="ja-JP" sz="1000" baseline="0">
                <a:solidFill>
                  <a:schemeClr val="bg1"/>
                </a:solidFill>
                <a:latin typeface="+mn-lt"/>
                <a:ea typeface="+mn-ea"/>
              </a:rPr>
              <a:t>© FURUKAWA ELECTRIC CO., LTD. </a:t>
            </a:r>
          </a:p>
        </p:txBody>
      </p:sp>
    </p:spTree>
    <p:extLst>
      <p:ext uri="{BB962C8B-B14F-4D97-AF65-F5344CB8AC3E}">
        <p14:creationId xmlns:p14="http://schemas.microsoft.com/office/powerpoint/2010/main" val="39233892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  目次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81607F93-C910-4891-A5B3-7841C90F7ABF}"/>
              </a:ext>
            </a:extLst>
          </p:cNvPr>
          <p:cNvSpPr/>
          <p:nvPr userDrawn="1"/>
        </p:nvSpPr>
        <p:spPr>
          <a:xfrm>
            <a:off x="0" y="0"/>
            <a:ext cx="12192000" cy="972766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0" rtlCol="0" anchor="ctr"/>
          <a:lstStyle/>
          <a:p>
            <a:pPr algn="l"/>
            <a:endParaRPr kumimoji="1" lang="ja-JP" altLang="en-US" sz="2800" b="0">
              <a:solidFill>
                <a:schemeClr val="bg1"/>
              </a:solidFill>
            </a:endParaRPr>
          </a:p>
        </p:txBody>
      </p:sp>
      <p:pic>
        <p:nvPicPr>
          <p:cNvPr id="10" name="図 9">
            <a:extLst>
              <a:ext uri="{FF2B5EF4-FFF2-40B4-BE49-F238E27FC236}">
                <a16:creationId xmlns:a16="http://schemas.microsoft.com/office/drawing/2014/main" id="{C9600626-92A3-4B0F-99D1-5784F2819CE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86940" t="12791" b="25699"/>
          <a:stretch/>
        </p:blipFill>
        <p:spPr>
          <a:xfrm>
            <a:off x="10783614" y="0"/>
            <a:ext cx="1409464" cy="6858000"/>
          </a:xfrm>
          <a:prstGeom prst="rect">
            <a:avLst/>
          </a:prstGeom>
        </p:spPr>
      </p:pic>
      <p:graphicFrame>
        <p:nvGraphicFramePr>
          <p:cNvPr id="8" name="Object 7" hidden="1">
            <a:extLst>
              <a:ext uri="{FF2B5EF4-FFF2-40B4-BE49-F238E27FC236}">
                <a16:creationId xmlns:a16="http://schemas.microsoft.com/office/drawing/2014/main" id="{F452344E-EC15-4241-B5A1-563CE4C7490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60673616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08" imgH="408" progId="TCLayout.ActiveDocument.1">
                  <p:embed/>
                </p:oleObj>
              </mc:Choice>
              <mc:Fallback>
                <p:oleObj name="think-cell Slide" r:id="rId4" imgW="408" imgH="408" progId="TCLayout.ActiveDocument.1">
                  <p:embed/>
                  <p:pic>
                    <p:nvPicPr>
                      <p:cNvPr id="8" name="Object 7" hidden="1">
                        <a:extLst>
                          <a:ext uri="{FF2B5EF4-FFF2-40B4-BE49-F238E27FC236}">
                            <a16:creationId xmlns:a16="http://schemas.microsoft.com/office/drawing/2014/main" id="{F452344E-EC15-4241-B5A1-563CE4C7490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" name="TextBox 29">
            <a:extLst>
              <a:ext uri="{FF2B5EF4-FFF2-40B4-BE49-F238E27FC236}">
                <a16:creationId xmlns:a16="http://schemas.microsoft.com/office/drawing/2014/main" id="{3C801DF1-B95B-4868-A056-7C76ECAD9235}"/>
              </a:ext>
            </a:extLst>
          </p:cNvPr>
          <p:cNvSpPr txBox="1"/>
          <p:nvPr userDrawn="1"/>
        </p:nvSpPr>
        <p:spPr>
          <a:xfrm>
            <a:off x="210816" y="6545171"/>
            <a:ext cx="4644000" cy="153888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>
              <a:defRPr/>
            </a:pPr>
            <a:r>
              <a:rPr lang="en-US" altLang="ja-JP" sz="1000" baseline="0">
                <a:solidFill>
                  <a:schemeClr val="bg1"/>
                </a:solidFill>
                <a:latin typeface="+mn-lt"/>
                <a:ea typeface="+mn-ea"/>
              </a:rPr>
              <a:t>© FURUKAWA ELECTRIC CO., LTD. </a:t>
            </a:r>
          </a:p>
        </p:txBody>
      </p:sp>
      <p:sp>
        <p:nvSpPr>
          <p:cNvPr id="13" name="TextBox 29">
            <a:extLst>
              <a:ext uri="{FF2B5EF4-FFF2-40B4-BE49-F238E27FC236}">
                <a16:creationId xmlns:a16="http://schemas.microsoft.com/office/drawing/2014/main" id="{316EBF01-4286-46A4-BD4A-3864EEFE71DA}"/>
              </a:ext>
            </a:extLst>
          </p:cNvPr>
          <p:cNvSpPr txBox="1"/>
          <p:nvPr userDrawn="1"/>
        </p:nvSpPr>
        <p:spPr>
          <a:xfrm>
            <a:off x="334033" y="6545171"/>
            <a:ext cx="4644000" cy="153888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>
              <a:defRPr/>
            </a:pPr>
            <a:r>
              <a:rPr lang="en-US" altLang="ja-JP" sz="1000" baseline="0">
                <a:solidFill>
                  <a:schemeClr val="accent4"/>
                </a:solidFill>
                <a:latin typeface="+mn-lt"/>
                <a:ea typeface="+mn-ea"/>
              </a:rPr>
              <a:t>© FURUKAWA ELECTRIC CO., LTD. 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1832C7D5-AE94-41A0-AC16-87301DB0882D}"/>
              </a:ext>
            </a:extLst>
          </p:cNvPr>
          <p:cNvSpPr txBox="1"/>
          <p:nvPr userDrawn="1"/>
        </p:nvSpPr>
        <p:spPr>
          <a:xfrm>
            <a:off x="630865" y="232138"/>
            <a:ext cx="3167482" cy="43088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l">
              <a:spcAft>
                <a:spcPts val="300"/>
              </a:spcAft>
            </a:pPr>
            <a:r>
              <a:rPr kumimoji="1" lang="en-US" altLang="ja-JP" sz="2800">
                <a:solidFill>
                  <a:schemeClr val="bg1"/>
                </a:solidFill>
              </a:rPr>
              <a:t>Agenda</a:t>
            </a:r>
            <a:endParaRPr kumimoji="1" lang="ja-JP" altLang="en-US" sz="2800">
              <a:solidFill>
                <a:schemeClr val="bg1"/>
              </a:solidFill>
            </a:endParaRP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8A9F1821-323C-410C-B1A5-2A53FC95C843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30864" y="1351092"/>
            <a:ext cx="9501495" cy="4995920"/>
          </a:xfrm>
          <a:prstGeom prst="rect">
            <a:avLst/>
          </a:prstGeom>
        </p:spPr>
        <p:txBody>
          <a:bodyPr/>
          <a:lstStyle>
            <a:lvl1pPr marL="285750" indent="-285750">
              <a:buFont typeface="Wingdings" panose="05000000000000000000" pitchFamily="2" charset="2"/>
              <a:buChar char="l"/>
              <a:defRPr/>
            </a:lvl1pPr>
            <a:lvl2pPr marL="234000" indent="-234000" fontAlgn="ctr">
              <a:buFont typeface="Wingdings" panose="05000000000000000000" pitchFamily="2" charset="2"/>
              <a:buChar char="l"/>
              <a:defRPr sz="2400" b="1">
                <a:solidFill>
                  <a:srgbClr val="002F6C"/>
                </a:solidFill>
              </a:defRPr>
            </a:lvl2pPr>
            <a:lvl3pPr marL="468000" indent="-234000" fontAlgn="ctr">
              <a:buFont typeface="Arial" panose="020B0604020202020204" pitchFamily="34" charset="0"/>
              <a:buChar char="—"/>
              <a:defRPr sz="2400" b="0">
                <a:solidFill>
                  <a:srgbClr val="002F6C"/>
                </a:solidFill>
              </a:defRPr>
            </a:lvl3pPr>
            <a:lvl4pPr marL="711200" indent="-244475" fontAlgn="ctr">
              <a:buFont typeface="Wingdings" panose="05000000000000000000" pitchFamily="2" charset="2"/>
              <a:buChar char="n"/>
              <a:defRPr sz="2400" b="0">
                <a:solidFill>
                  <a:srgbClr val="002F6C"/>
                </a:solidFill>
              </a:defRPr>
            </a:lvl4pPr>
            <a:lvl5pPr marL="893763" marR="0" indent="-268288" algn="l" defTabSz="914400" rtl="0" eaLnBrk="1" fontAlgn="ctr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Pct val="60000"/>
              <a:buFont typeface="Wingdings" panose="05000000000000000000" pitchFamily="2" charset="2"/>
              <a:buChar char="p"/>
              <a:tabLst/>
              <a:defRPr sz="2400" b="0">
                <a:solidFill>
                  <a:srgbClr val="002F6C"/>
                </a:solidFill>
              </a:defRPr>
            </a:lvl5pPr>
          </a:lstStyle>
          <a:p>
            <a:pPr lvl="1"/>
            <a:r>
              <a:rPr kumimoji="1" lang="ja-JP" altLang="en-US"/>
              <a:t>段落</a:t>
            </a:r>
            <a:r>
              <a:rPr kumimoji="1" lang="en-US" altLang="ja-JP"/>
              <a:t>(L1) – Paragraph Level 1</a:t>
            </a:r>
            <a:endParaRPr kumimoji="1" lang="ja-JP" altLang="en-US"/>
          </a:p>
          <a:p>
            <a:pPr lvl="2"/>
            <a:r>
              <a:rPr kumimoji="1" lang="ja-JP" altLang="en-US"/>
              <a:t>段落</a:t>
            </a:r>
            <a:r>
              <a:rPr kumimoji="1" lang="en-US" altLang="ja-JP"/>
              <a:t>(L2)  – Paragraph Level 2</a:t>
            </a:r>
          </a:p>
          <a:p>
            <a:pPr lvl="3"/>
            <a:r>
              <a:rPr kumimoji="1" lang="ja-JP" altLang="en-US"/>
              <a:t>段落</a:t>
            </a:r>
            <a:r>
              <a:rPr kumimoji="1" lang="en-US" altLang="ja-JP"/>
              <a:t>(L3) – Paragraph Level 3</a:t>
            </a:r>
          </a:p>
          <a:p>
            <a:pPr marL="893763" marR="0" lvl="4" indent="-26828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Pct val="60000"/>
              <a:buFont typeface="Wingdings" panose="05000000000000000000" pitchFamily="2" charset="2"/>
              <a:buChar char="p"/>
              <a:tabLst/>
              <a:defRPr/>
            </a:pPr>
            <a:r>
              <a:rPr kumimoji="1" lang="ja-JP" altLang="en-US"/>
              <a:t>段落</a:t>
            </a:r>
            <a:r>
              <a:rPr kumimoji="1" lang="en-US" altLang="ja-JP"/>
              <a:t>(L4) – Paragraph Level 4</a:t>
            </a:r>
          </a:p>
        </p:txBody>
      </p:sp>
      <p:sp>
        <p:nvSpPr>
          <p:cNvPr id="15" name="Rectangle 6">
            <a:extLst>
              <a:ext uri="{FF2B5EF4-FFF2-40B4-BE49-F238E27FC236}">
                <a16:creationId xmlns:a16="http://schemas.microsoft.com/office/drawing/2014/main" id="{89B99030-974F-4A42-B17F-456ED51B0160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860578" y="6546229"/>
            <a:ext cx="205184" cy="2000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defPPr>
              <a:defRPr lang="ja-JP"/>
            </a:defPPr>
            <a:lvl1pPr marL="0" algn="r" defTabSz="914400" rtl="0" eaLnBrk="1" latinLnBrk="0" hangingPunct="1">
              <a:defRPr kumimoji="1" sz="10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FAF75358-90CF-4CFC-A3A1-1392029DBAD6}" type="slidenum">
              <a:rPr lang="en-US" altLang="ja-JP" sz="1300" smtClean="0">
                <a:solidFill>
                  <a:schemeClr val="tx1"/>
                </a:solidFill>
              </a:rPr>
              <a:pPr>
                <a:defRPr/>
              </a:pPr>
              <a:t>‹#›</a:t>
            </a:fld>
            <a:endParaRPr lang="en-US" altLang="ja-JP" sz="13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648516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　標準01_Standard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9B88FF36-9655-4DC7-B66C-77EA6524666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63522989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08" imgH="408" progId="TCLayout.ActiveDocument.1">
                  <p:embed/>
                </p:oleObj>
              </mc:Choice>
              <mc:Fallback>
                <p:oleObj name="think-cell Slide" r:id="rId3" imgW="408" imgH="408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9B88FF36-9655-4DC7-B66C-77EA6524666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Title 15">
            <a:extLst>
              <a:ext uri="{FF2B5EF4-FFF2-40B4-BE49-F238E27FC236}">
                <a16:creationId xmlns:a16="http://schemas.microsoft.com/office/drawing/2014/main" id="{9BF95DDC-3C53-417A-8F23-1739911E067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00" y="327065"/>
            <a:ext cx="9042912" cy="387798"/>
          </a:xfrm>
          <a:prstGeom prst="rect">
            <a:avLst/>
          </a:prstGeom>
        </p:spPr>
        <p:txBody>
          <a:bodyPr vert="horz" lIns="0" anchor="ctr"/>
          <a:lstStyle>
            <a:lvl1pPr>
              <a:defRPr sz="2800"/>
            </a:lvl1pPr>
          </a:lstStyle>
          <a:p>
            <a:r>
              <a:rPr kumimoji="1" lang="ja-JP" altLang="en-US"/>
              <a:t>マスタータイトルの書式設定</a:t>
            </a:r>
            <a:endParaRPr kumimoji="1" lang="ru-RU"/>
          </a:p>
        </p:txBody>
      </p:sp>
      <p:cxnSp>
        <p:nvCxnSpPr>
          <p:cNvPr id="5" name="直線コネクタ 4">
            <a:extLst>
              <a:ext uri="{FF2B5EF4-FFF2-40B4-BE49-F238E27FC236}">
                <a16:creationId xmlns:a16="http://schemas.microsoft.com/office/drawing/2014/main" id="{353F931A-B844-4DA6-A775-545FFCB9FCAC}"/>
              </a:ext>
            </a:extLst>
          </p:cNvPr>
          <p:cNvCxnSpPr/>
          <p:nvPr userDrawn="1"/>
        </p:nvCxnSpPr>
        <p:spPr>
          <a:xfrm>
            <a:off x="0" y="911769"/>
            <a:ext cx="12192000" cy="0"/>
          </a:xfrm>
          <a:prstGeom prst="line">
            <a:avLst/>
          </a:prstGeom>
          <a:ln w="3175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図 9">
            <a:extLst>
              <a:ext uri="{FF2B5EF4-FFF2-40B4-BE49-F238E27FC236}">
                <a16:creationId xmlns:a16="http://schemas.microsoft.com/office/drawing/2014/main" id="{EB608818-AD71-4C85-967C-4F62F7A31AA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/>
          <a:srcRect t="12486" b="85521"/>
          <a:stretch/>
        </p:blipFill>
        <p:spPr>
          <a:xfrm>
            <a:off x="0" y="0"/>
            <a:ext cx="12193200" cy="136756"/>
          </a:xfrm>
          <a:prstGeom prst="rect">
            <a:avLst/>
          </a:prstGeom>
        </p:spPr>
      </p:pic>
      <p:pic>
        <p:nvPicPr>
          <p:cNvPr id="15" name="Picture 16">
            <a:extLst>
              <a:ext uri="{FF2B5EF4-FFF2-40B4-BE49-F238E27FC236}">
                <a16:creationId xmlns:a16="http://schemas.microsoft.com/office/drawing/2014/main" id="{9DC4D40E-3E66-471C-A5BE-0B171CCC94DA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4800" y="368527"/>
            <a:ext cx="1951200" cy="304875"/>
          </a:xfrm>
          <a:prstGeom prst="rect">
            <a:avLst/>
          </a:prstGeom>
        </p:spPr>
      </p:pic>
      <p:sp>
        <p:nvSpPr>
          <p:cNvPr id="7" name="Content Placeholder 21">
            <a:extLst>
              <a:ext uri="{FF2B5EF4-FFF2-40B4-BE49-F238E27FC236}">
                <a16:creationId xmlns:a16="http://schemas.microsoft.com/office/drawing/2014/main" id="{0EA7AEB4-F5AA-40E9-8ABD-0D459D1F78AC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540000" y="1612418"/>
            <a:ext cx="11111876" cy="4918517"/>
          </a:xfrm>
          <a:prstGeom prst="rect">
            <a:avLst/>
          </a:prstGeom>
        </p:spPr>
        <p:txBody>
          <a:bodyPr wrap="none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lvl1pPr>
            <a:lvl2pPr marL="234000" marR="0" indent="-234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Pct val="75000"/>
              <a:buFont typeface="Wingdings" panose="05000000000000000000" pitchFamily="2" charset="2"/>
              <a:buChar char="n"/>
              <a:tabLst/>
              <a:defRPr/>
            </a:lvl2pPr>
            <a:lvl3pPr marL="468000" marR="0" indent="-234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Pct val="60000"/>
              <a:buFont typeface="Wingdings" panose="05000000000000000000" pitchFamily="2" charset="2"/>
              <a:buChar char="l"/>
              <a:tabLst/>
              <a:defRPr/>
            </a:lvl3pPr>
            <a:lvl4pPr marL="711200" marR="0" indent="-2444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Pct val="60000"/>
              <a:buFont typeface="Wingdings" panose="05000000000000000000" pitchFamily="2" charset="2"/>
              <a:buChar char="p"/>
              <a:tabLst/>
              <a:defRPr/>
            </a:lvl4pPr>
            <a:lvl5pPr marL="702000" indent="-234000">
              <a:spcAft>
                <a:spcPts val="300"/>
              </a:spcAft>
              <a:buSzPct val="60000"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段落</a:t>
            </a:r>
            <a:r>
              <a:rPr kumimoji="1" lang="en-US" altLang="ja-JP" sz="1600" b="0" i="0" u="none" strike="noStrike" kern="120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(L1) – Paragraph Level 1</a:t>
            </a:r>
          </a:p>
          <a:p>
            <a:pPr marL="234000" marR="0" lvl="1" indent="-234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Pct val="75000"/>
              <a:buFont typeface="Wingdings" panose="05000000000000000000" pitchFamily="2" charset="2"/>
              <a:buChar char="n"/>
              <a:tabLst/>
              <a:defRPr/>
            </a:pPr>
            <a:r>
              <a:rPr kumimoji="1" lang="ja-JP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+mn-lt"/>
                <a:ea typeface="+mn-ea"/>
                <a:cs typeface="Arial" panose="020B0604020202020204" pitchFamily="34" charset="0"/>
              </a:rPr>
              <a:t>段落</a:t>
            </a:r>
            <a:r>
              <a:rPr kumimoji="1" lang="en-US" altLang="ja-JP" sz="1600" b="0" i="0" u="none" strike="noStrike" kern="120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+mn-lt"/>
                <a:ea typeface="+mn-ea"/>
                <a:cs typeface="Arial" panose="020B0604020202020204" pitchFamily="34" charset="0"/>
              </a:rPr>
              <a:t>(L2) – Paragraph Level 2</a:t>
            </a:r>
          </a:p>
          <a:p>
            <a:pPr marL="468000" marR="0" lvl="2" indent="-234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Pct val="60000"/>
              <a:buFont typeface="Wingdings" panose="05000000000000000000" pitchFamily="2" charset="2"/>
              <a:buChar char="l"/>
              <a:tabLst/>
              <a:defRPr/>
            </a:pPr>
            <a:r>
              <a:rPr kumimoji="1" lang="ja-JP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+mn-lt"/>
                <a:ea typeface="+mn-ea"/>
                <a:cs typeface="Arial" panose="020B0604020202020204" pitchFamily="34" charset="0"/>
              </a:rPr>
              <a:t>段落</a:t>
            </a:r>
            <a:r>
              <a:rPr kumimoji="1" lang="en-US" altLang="ja-JP" sz="1600" b="0" i="0" u="none" strike="noStrike" kern="120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+mn-lt"/>
                <a:ea typeface="+mn-ea"/>
                <a:cs typeface="Arial" panose="020B0604020202020204" pitchFamily="34" charset="0"/>
              </a:rPr>
              <a:t>(L3)  – Paragraph Level 3</a:t>
            </a:r>
          </a:p>
          <a:p>
            <a:pPr marL="711200" marR="0" lvl="3" indent="-2444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Pct val="60000"/>
              <a:buFont typeface="Wingdings" panose="05000000000000000000" pitchFamily="2" charset="2"/>
              <a:buChar char="p"/>
              <a:tabLst/>
              <a:defRPr/>
            </a:pPr>
            <a:r>
              <a:rPr kumimoji="1" lang="ja-JP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+mn-lt"/>
                <a:ea typeface="+mn-ea"/>
                <a:cs typeface="Arial" panose="020B0604020202020204" pitchFamily="34" charset="0"/>
              </a:rPr>
              <a:t>段落</a:t>
            </a:r>
            <a:r>
              <a:rPr kumimoji="1" lang="en-US" altLang="ja-JP" sz="1600" b="0" i="0" u="none" strike="noStrike" kern="120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+mn-lt"/>
                <a:ea typeface="+mn-ea"/>
                <a:cs typeface="Arial" panose="020B0604020202020204" pitchFamily="34" charset="0"/>
              </a:rPr>
              <a:t>(L4) – Paragraph Level 4</a:t>
            </a:r>
            <a:endParaRPr kumimoji="1" lang="ru-RU"/>
          </a:p>
        </p:txBody>
      </p:sp>
      <p:sp>
        <p:nvSpPr>
          <p:cNvPr id="8" name="テキスト プレースホルダー 2">
            <a:extLst>
              <a:ext uri="{FF2B5EF4-FFF2-40B4-BE49-F238E27FC236}">
                <a16:creationId xmlns:a16="http://schemas.microsoft.com/office/drawing/2014/main" id="{2246C778-E335-4954-BE3D-3F434A3521C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39750" y="1140683"/>
            <a:ext cx="11111930" cy="336550"/>
          </a:xfrm>
          <a:prstGeom prst="rect">
            <a:avLst/>
          </a:prstGeom>
        </p:spPr>
        <p:txBody>
          <a:bodyPr/>
          <a:lstStyle>
            <a:lvl1pPr>
              <a:spcAft>
                <a:spcPts val="300"/>
              </a:spcAft>
              <a:defRPr/>
            </a:lvl1pPr>
            <a:lvl5pPr marL="466725" indent="0">
              <a:buNone/>
              <a:defRPr/>
            </a:lvl5pPr>
          </a:lstStyle>
          <a:p>
            <a:pPr>
              <a:spcAft>
                <a:spcPts val="300"/>
              </a:spcAft>
              <a:defRPr/>
            </a:pPr>
            <a:r>
              <a:rPr lang="ja-JP" altLang="en-US" sz="1600">
                <a:solidFill>
                  <a:srgbClr val="404040"/>
                </a:solidFill>
              </a:rPr>
              <a:t>メッセージ </a:t>
            </a:r>
            <a:r>
              <a:rPr lang="en-US" altLang="ja-JP" sz="1600">
                <a:solidFill>
                  <a:srgbClr val="404040"/>
                </a:solidFill>
              </a:rPr>
              <a:t>– Message</a:t>
            </a:r>
            <a:endParaRPr lang="ja-JP" altLang="en-US" sz="1600">
              <a:solidFill>
                <a:srgbClr val="40404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315808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　標準02_Standard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9B88FF36-9655-4DC7-B66C-77EA6524666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89770531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08" imgH="408" progId="TCLayout.ActiveDocument.1">
                  <p:embed/>
                </p:oleObj>
              </mc:Choice>
              <mc:Fallback>
                <p:oleObj name="think-cell Slide" r:id="rId3" imgW="408" imgH="408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9B88FF36-9655-4DC7-B66C-77EA6524666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Title 15">
            <a:extLst>
              <a:ext uri="{FF2B5EF4-FFF2-40B4-BE49-F238E27FC236}">
                <a16:creationId xmlns:a16="http://schemas.microsoft.com/office/drawing/2014/main" id="{9BF95DDC-3C53-417A-8F23-1739911E067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00" y="327600"/>
            <a:ext cx="9042912" cy="387798"/>
          </a:xfrm>
          <a:prstGeom prst="rect">
            <a:avLst/>
          </a:prstGeom>
        </p:spPr>
        <p:txBody>
          <a:bodyPr vert="horz" wrap="square" lIns="0" tIns="46800" anchor="ctr"/>
          <a:lstStyle>
            <a:lvl1pPr>
              <a:defRPr sz="2800"/>
            </a:lvl1pPr>
          </a:lstStyle>
          <a:p>
            <a:r>
              <a:rPr kumimoji="1" lang="ja-JP" altLang="en-US"/>
              <a:t>マスタータイトルの書式設定</a:t>
            </a:r>
            <a:endParaRPr kumimoji="1" lang="ru-RU"/>
          </a:p>
        </p:txBody>
      </p:sp>
      <p:sp>
        <p:nvSpPr>
          <p:cNvPr id="6" name="Content Placeholder 21">
            <a:extLst>
              <a:ext uri="{FF2B5EF4-FFF2-40B4-BE49-F238E27FC236}">
                <a16:creationId xmlns:a16="http://schemas.microsoft.com/office/drawing/2014/main" id="{72467808-3A56-46D3-BF03-13366ABF6B91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540000" y="1333216"/>
            <a:ext cx="11111876" cy="5197720"/>
          </a:xfrm>
          <a:prstGeom prst="rect">
            <a:avLst/>
          </a:prstGeom>
        </p:spPr>
        <p:txBody>
          <a:bodyPr wrap="none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lvl1pPr>
            <a:lvl2pPr marL="234000" marR="0" indent="-234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Pct val="75000"/>
              <a:buFont typeface="Wingdings" panose="05000000000000000000" pitchFamily="2" charset="2"/>
              <a:buChar char="n"/>
              <a:tabLst/>
              <a:defRPr/>
            </a:lvl2pPr>
            <a:lvl3pPr marL="468000" marR="0" indent="-234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Pct val="60000"/>
              <a:buFont typeface="Wingdings" panose="05000000000000000000" pitchFamily="2" charset="2"/>
              <a:buChar char="l"/>
              <a:tabLst/>
              <a:defRPr/>
            </a:lvl3pPr>
            <a:lvl4pPr marL="711200" marR="0" indent="-2444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Pct val="60000"/>
              <a:buFont typeface="Wingdings" panose="05000000000000000000" pitchFamily="2" charset="2"/>
              <a:buChar char="p"/>
              <a:tabLst/>
              <a:defRPr/>
            </a:lvl4pPr>
            <a:lvl5pPr marL="702000" indent="-234000">
              <a:spcAft>
                <a:spcPts val="300"/>
              </a:spcAft>
              <a:buSzPct val="60000"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段落</a:t>
            </a:r>
            <a:r>
              <a:rPr kumimoji="1" lang="en-US" altLang="ja-JP" sz="1600" b="0" i="0" u="none" strike="noStrike" kern="120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(L1) – Paragraph Level 1</a:t>
            </a:r>
          </a:p>
          <a:p>
            <a:pPr marL="234000" marR="0" lvl="1" indent="-234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Pct val="75000"/>
              <a:buFont typeface="Wingdings" panose="05000000000000000000" pitchFamily="2" charset="2"/>
              <a:buChar char="n"/>
              <a:tabLst/>
              <a:defRPr/>
            </a:pPr>
            <a:r>
              <a:rPr kumimoji="1" lang="ja-JP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+mn-lt"/>
                <a:ea typeface="+mn-ea"/>
                <a:cs typeface="Arial" panose="020B0604020202020204" pitchFamily="34" charset="0"/>
              </a:rPr>
              <a:t>段落</a:t>
            </a:r>
            <a:r>
              <a:rPr kumimoji="1" lang="en-US" altLang="ja-JP" sz="1600" b="0" i="0" u="none" strike="noStrike" kern="120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+mn-lt"/>
                <a:ea typeface="+mn-ea"/>
                <a:cs typeface="Arial" panose="020B0604020202020204" pitchFamily="34" charset="0"/>
              </a:rPr>
              <a:t>(L2) – Paragraph Level 2</a:t>
            </a:r>
          </a:p>
          <a:p>
            <a:pPr marL="468000" marR="0" lvl="2" indent="-234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Pct val="60000"/>
              <a:buFont typeface="Wingdings" panose="05000000000000000000" pitchFamily="2" charset="2"/>
              <a:buChar char="l"/>
              <a:tabLst/>
              <a:defRPr/>
            </a:pPr>
            <a:r>
              <a:rPr kumimoji="1" lang="ja-JP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+mn-lt"/>
                <a:ea typeface="+mn-ea"/>
                <a:cs typeface="Arial" panose="020B0604020202020204" pitchFamily="34" charset="0"/>
              </a:rPr>
              <a:t>段落</a:t>
            </a:r>
            <a:r>
              <a:rPr kumimoji="1" lang="en-US" altLang="ja-JP" sz="1600" b="0" i="0" u="none" strike="noStrike" kern="120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+mn-lt"/>
                <a:ea typeface="+mn-ea"/>
                <a:cs typeface="Arial" panose="020B0604020202020204" pitchFamily="34" charset="0"/>
              </a:rPr>
              <a:t>(L3)  – Paragraph Level 3</a:t>
            </a:r>
          </a:p>
          <a:p>
            <a:pPr marL="711200" marR="0" lvl="3" indent="-2444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Pct val="60000"/>
              <a:buFont typeface="Wingdings" panose="05000000000000000000" pitchFamily="2" charset="2"/>
              <a:buChar char="p"/>
              <a:tabLst/>
              <a:defRPr/>
            </a:pPr>
            <a:r>
              <a:rPr kumimoji="1" lang="ja-JP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+mn-lt"/>
                <a:ea typeface="+mn-ea"/>
                <a:cs typeface="Arial" panose="020B0604020202020204" pitchFamily="34" charset="0"/>
              </a:rPr>
              <a:t>段落</a:t>
            </a:r>
            <a:r>
              <a:rPr kumimoji="1" lang="en-US" altLang="ja-JP" sz="1600" b="0" i="0" u="none" strike="noStrike" kern="120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+mn-lt"/>
                <a:ea typeface="+mn-ea"/>
                <a:cs typeface="Arial" panose="020B0604020202020204" pitchFamily="34" charset="0"/>
              </a:rPr>
              <a:t>(L4) – Paragraph Level 4</a:t>
            </a:r>
            <a:endParaRPr kumimoji="1" lang="ru-RU"/>
          </a:p>
        </p:txBody>
      </p:sp>
      <p:sp>
        <p:nvSpPr>
          <p:cNvPr id="7" name="テキスト プレースホルダー 2">
            <a:extLst>
              <a:ext uri="{FF2B5EF4-FFF2-40B4-BE49-F238E27FC236}">
                <a16:creationId xmlns:a16="http://schemas.microsoft.com/office/drawing/2014/main" id="{7A867762-666F-4D92-AAAE-D9869876B18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39750" y="858295"/>
            <a:ext cx="11111930" cy="336550"/>
          </a:xfrm>
          <a:prstGeom prst="rect">
            <a:avLst/>
          </a:prstGeom>
        </p:spPr>
        <p:txBody>
          <a:bodyPr/>
          <a:lstStyle>
            <a:lvl1pPr>
              <a:spcAft>
                <a:spcPts val="300"/>
              </a:spcAft>
              <a:defRPr/>
            </a:lvl1pPr>
            <a:lvl5pPr marL="466725" indent="0">
              <a:buNone/>
              <a:defRPr/>
            </a:lvl5pPr>
          </a:lstStyle>
          <a:p>
            <a:pPr>
              <a:spcAft>
                <a:spcPts val="300"/>
              </a:spcAft>
              <a:defRPr/>
            </a:pPr>
            <a:r>
              <a:rPr lang="ja-JP" altLang="en-US" sz="1600">
                <a:solidFill>
                  <a:srgbClr val="404040"/>
                </a:solidFill>
              </a:rPr>
              <a:t>メッセージ </a:t>
            </a:r>
            <a:r>
              <a:rPr lang="en-US" altLang="ja-JP" sz="1600">
                <a:solidFill>
                  <a:srgbClr val="404040"/>
                </a:solidFill>
              </a:rPr>
              <a:t>– Message</a:t>
            </a:r>
            <a:endParaRPr lang="ja-JP" altLang="en-US" sz="1600">
              <a:solidFill>
                <a:srgbClr val="404040"/>
              </a:solidFill>
            </a:endParaRPr>
          </a:p>
        </p:txBody>
      </p:sp>
      <p:pic>
        <p:nvPicPr>
          <p:cNvPr id="2" name="図 1">
            <a:extLst>
              <a:ext uri="{FF2B5EF4-FFF2-40B4-BE49-F238E27FC236}">
                <a16:creationId xmlns:a16="http://schemas.microsoft.com/office/drawing/2014/main" id="{46558D8C-C74B-10CA-47EB-A51B52B700C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/>
          <a:srcRect t="12486" b="85521"/>
          <a:stretch/>
        </p:blipFill>
        <p:spPr>
          <a:xfrm>
            <a:off x="0" y="0"/>
            <a:ext cx="12193200" cy="136756"/>
          </a:xfrm>
          <a:prstGeom prst="rect">
            <a:avLst/>
          </a:prstGeom>
        </p:spPr>
      </p:pic>
      <p:pic>
        <p:nvPicPr>
          <p:cNvPr id="4" name="Picture 16">
            <a:extLst>
              <a:ext uri="{FF2B5EF4-FFF2-40B4-BE49-F238E27FC236}">
                <a16:creationId xmlns:a16="http://schemas.microsoft.com/office/drawing/2014/main" id="{1B0DD730-4F4B-4924-775E-D3B425717B9C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4800" y="368527"/>
            <a:ext cx="1951200" cy="304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23775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 7　標準03_Standard 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22E94CEB-1D0D-4D41-AD19-797589E7C722}"/>
              </a:ext>
            </a:extLst>
          </p:cNvPr>
          <p:cNvSpPr/>
          <p:nvPr userDrawn="1"/>
        </p:nvSpPr>
        <p:spPr>
          <a:xfrm rot="10800000">
            <a:off x="687479" y="0"/>
            <a:ext cx="9059209" cy="862962"/>
          </a:xfrm>
          <a:prstGeom prst="rect">
            <a:avLst/>
          </a:prstGeom>
          <a:gradFill>
            <a:gsLst>
              <a:gs pos="76000">
                <a:srgbClr val="C1EDF8"/>
              </a:gs>
              <a:gs pos="99000">
                <a:schemeClr val="bg2">
                  <a:shade val="100000"/>
                  <a:satMod val="115000"/>
                  <a:alpha val="0"/>
                </a:schemeClr>
              </a:gs>
            </a:gsLst>
            <a:lin ang="108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pic>
        <p:nvPicPr>
          <p:cNvPr id="10" name="図 9">
            <a:extLst>
              <a:ext uri="{FF2B5EF4-FFF2-40B4-BE49-F238E27FC236}">
                <a16:creationId xmlns:a16="http://schemas.microsoft.com/office/drawing/2014/main" id="{EB608818-AD71-4C85-967C-4F62F7A31AA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alphaModFix amt="80000"/>
          </a:blip>
          <a:srcRect l="1" t="12488" r="46893" b="73222"/>
          <a:stretch/>
        </p:blipFill>
        <p:spPr>
          <a:xfrm>
            <a:off x="0" y="1"/>
            <a:ext cx="691944" cy="862962"/>
          </a:xfrm>
          <a:prstGeom prst="rect">
            <a:avLst/>
          </a:prstGeom>
        </p:spPr>
      </p:pic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9B88FF36-9655-4DC7-B66C-77EA6524666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0760740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08" imgH="408" progId="TCLayout.ActiveDocument.1">
                  <p:embed/>
                </p:oleObj>
              </mc:Choice>
              <mc:Fallback>
                <p:oleObj name="think-cell Slide" r:id="rId4" imgW="408" imgH="408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9B88FF36-9655-4DC7-B66C-77EA6524666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Title 15">
            <a:extLst>
              <a:ext uri="{FF2B5EF4-FFF2-40B4-BE49-F238E27FC236}">
                <a16:creationId xmlns:a16="http://schemas.microsoft.com/office/drawing/2014/main" id="{9BF95DDC-3C53-417A-8F23-1739911E067E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539750" y="253839"/>
            <a:ext cx="9042912" cy="387798"/>
          </a:xfrm>
          <a:prstGeom prst="rect">
            <a:avLst/>
          </a:prstGeom>
        </p:spPr>
        <p:txBody>
          <a:bodyPr vert="horz" lIns="0" anchor="ctr"/>
          <a:lstStyle>
            <a:lvl1pPr>
              <a:defRPr kumimoji="1" lang="ru-RU" sz="2800" b="1" kern="120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ja-JP" altLang="en-US"/>
              <a:t>マスタータイトルの書式設定</a:t>
            </a:r>
            <a:endParaRPr kumimoji="1" lang="ru-RU"/>
          </a:p>
        </p:txBody>
      </p:sp>
      <p:pic>
        <p:nvPicPr>
          <p:cNvPr id="15" name="Picture 16">
            <a:extLst>
              <a:ext uri="{FF2B5EF4-FFF2-40B4-BE49-F238E27FC236}">
                <a16:creationId xmlns:a16="http://schemas.microsoft.com/office/drawing/2014/main" id="{9DC4D40E-3E66-471C-A5BE-0B171CCC94DA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4800" y="300187"/>
            <a:ext cx="1951200" cy="304875"/>
          </a:xfrm>
          <a:prstGeom prst="rect">
            <a:avLst/>
          </a:prstGeom>
        </p:spPr>
      </p:pic>
      <p:sp>
        <p:nvSpPr>
          <p:cNvPr id="7" name="Content Placeholder 21">
            <a:extLst>
              <a:ext uri="{FF2B5EF4-FFF2-40B4-BE49-F238E27FC236}">
                <a16:creationId xmlns:a16="http://schemas.microsoft.com/office/drawing/2014/main" id="{C2D136EB-C65A-4E98-B5AE-EF20092CCB86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540000" y="1612418"/>
            <a:ext cx="11111876" cy="4918517"/>
          </a:xfrm>
          <a:prstGeom prst="rect">
            <a:avLst/>
          </a:prstGeom>
        </p:spPr>
        <p:txBody>
          <a:bodyPr wrap="none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lvl1pPr>
            <a:lvl2pPr marL="234000" marR="0" indent="-234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Pct val="75000"/>
              <a:buFont typeface="Wingdings" panose="05000000000000000000" pitchFamily="2" charset="2"/>
              <a:buChar char="n"/>
              <a:tabLst/>
              <a:defRPr/>
            </a:lvl2pPr>
            <a:lvl3pPr marL="468000" marR="0" indent="-234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Pct val="60000"/>
              <a:buFont typeface="Wingdings" panose="05000000000000000000" pitchFamily="2" charset="2"/>
              <a:buChar char="l"/>
              <a:tabLst/>
              <a:defRPr/>
            </a:lvl3pPr>
            <a:lvl4pPr marL="711200" marR="0" indent="-2444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Pct val="60000"/>
              <a:buFont typeface="Wingdings" panose="05000000000000000000" pitchFamily="2" charset="2"/>
              <a:buChar char="p"/>
              <a:tabLst/>
              <a:defRPr/>
            </a:lvl4pPr>
            <a:lvl5pPr marL="702000" indent="-234000">
              <a:spcAft>
                <a:spcPts val="300"/>
              </a:spcAft>
              <a:buSzPct val="60000"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段落</a:t>
            </a:r>
            <a:r>
              <a:rPr kumimoji="1" lang="en-US" altLang="ja-JP" sz="1600" b="0" i="0" u="none" strike="noStrike" kern="120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(L1) – Paragraph Level 1</a:t>
            </a:r>
          </a:p>
          <a:p>
            <a:pPr marL="234000" marR="0" lvl="1" indent="-234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Pct val="75000"/>
              <a:buFont typeface="Wingdings" panose="05000000000000000000" pitchFamily="2" charset="2"/>
              <a:buChar char="n"/>
              <a:tabLst/>
              <a:defRPr/>
            </a:pPr>
            <a:r>
              <a:rPr kumimoji="1" lang="ja-JP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+mn-lt"/>
                <a:ea typeface="+mn-ea"/>
                <a:cs typeface="Arial" panose="020B0604020202020204" pitchFamily="34" charset="0"/>
              </a:rPr>
              <a:t>段落</a:t>
            </a:r>
            <a:r>
              <a:rPr kumimoji="1" lang="en-US" altLang="ja-JP" sz="1600" b="0" i="0" u="none" strike="noStrike" kern="120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+mn-lt"/>
                <a:ea typeface="+mn-ea"/>
                <a:cs typeface="Arial" panose="020B0604020202020204" pitchFamily="34" charset="0"/>
              </a:rPr>
              <a:t>(L2) – Paragraph Level 2</a:t>
            </a:r>
          </a:p>
          <a:p>
            <a:pPr marL="468000" marR="0" lvl="2" indent="-234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Pct val="60000"/>
              <a:buFont typeface="Wingdings" panose="05000000000000000000" pitchFamily="2" charset="2"/>
              <a:buChar char="l"/>
              <a:tabLst/>
              <a:defRPr/>
            </a:pPr>
            <a:r>
              <a:rPr kumimoji="1" lang="ja-JP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+mn-lt"/>
                <a:ea typeface="+mn-ea"/>
                <a:cs typeface="Arial" panose="020B0604020202020204" pitchFamily="34" charset="0"/>
              </a:rPr>
              <a:t>段落</a:t>
            </a:r>
            <a:r>
              <a:rPr kumimoji="1" lang="en-US" altLang="ja-JP" sz="1600" b="0" i="0" u="none" strike="noStrike" kern="120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+mn-lt"/>
                <a:ea typeface="+mn-ea"/>
                <a:cs typeface="Arial" panose="020B0604020202020204" pitchFamily="34" charset="0"/>
              </a:rPr>
              <a:t>(L3)  – Paragraph Level 3</a:t>
            </a:r>
          </a:p>
          <a:p>
            <a:pPr marL="711200" marR="0" lvl="3" indent="-2444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Pct val="60000"/>
              <a:buFont typeface="Wingdings" panose="05000000000000000000" pitchFamily="2" charset="2"/>
              <a:buChar char="p"/>
              <a:tabLst/>
              <a:defRPr/>
            </a:pPr>
            <a:r>
              <a:rPr kumimoji="1" lang="ja-JP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+mn-lt"/>
                <a:ea typeface="+mn-ea"/>
                <a:cs typeface="Arial" panose="020B0604020202020204" pitchFamily="34" charset="0"/>
              </a:rPr>
              <a:t>段落</a:t>
            </a:r>
            <a:r>
              <a:rPr kumimoji="1" lang="en-US" altLang="ja-JP" sz="1600" b="0" i="0" u="none" strike="noStrike" kern="120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+mn-lt"/>
                <a:ea typeface="+mn-ea"/>
                <a:cs typeface="Arial" panose="020B0604020202020204" pitchFamily="34" charset="0"/>
              </a:rPr>
              <a:t>(L4) – Paragraph Level 4</a:t>
            </a:r>
            <a:endParaRPr kumimoji="1" lang="ru-RU"/>
          </a:p>
        </p:txBody>
      </p:sp>
      <p:sp>
        <p:nvSpPr>
          <p:cNvPr id="8" name="テキスト プレースホルダー 2">
            <a:extLst>
              <a:ext uri="{FF2B5EF4-FFF2-40B4-BE49-F238E27FC236}">
                <a16:creationId xmlns:a16="http://schemas.microsoft.com/office/drawing/2014/main" id="{B2B1AFB8-0E45-48D6-B3CD-C364D7A2445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39750" y="1140683"/>
            <a:ext cx="11111930" cy="336550"/>
          </a:xfrm>
          <a:prstGeom prst="rect">
            <a:avLst/>
          </a:prstGeom>
        </p:spPr>
        <p:txBody>
          <a:bodyPr/>
          <a:lstStyle>
            <a:lvl1pPr>
              <a:spcAft>
                <a:spcPts val="300"/>
              </a:spcAft>
              <a:defRPr/>
            </a:lvl1pPr>
            <a:lvl5pPr marL="466725" indent="0">
              <a:buNone/>
              <a:defRPr/>
            </a:lvl5pPr>
          </a:lstStyle>
          <a:p>
            <a:pPr>
              <a:spcAft>
                <a:spcPts val="300"/>
              </a:spcAft>
              <a:defRPr/>
            </a:pPr>
            <a:r>
              <a:rPr lang="ja-JP" altLang="en-US" sz="1600">
                <a:solidFill>
                  <a:srgbClr val="404040"/>
                </a:solidFill>
              </a:rPr>
              <a:t>メッセージ </a:t>
            </a:r>
            <a:r>
              <a:rPr lang="en-US" altLang="ja-JP" sz="1600">
                <a:solidFill>
                  <a:srgbClr val="404040"/>
                </a:solidFill>
              </a:rPr>
              <a:t>– Message</a:t>
            </a:r>
            <a:endParaRPr lang="ja-JP" altLang="en-US" sz="1600">
              <a:solidFill>
                <a:srgbClr val="40404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715527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8　中見出し_Crosshea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>
            <a:extLst>
              <a:ext uri="{FF2B5EF4-FFF2-40B4-BE49-F238E27FC236}">
                <a16:creationId xmlns:a16="http://schemas.microsoft.com/office/drawing/2014/main" id="{F452344E-EC15-4241-B5A1-563CE4C7490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13750175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08" imgH="408" progId="TCLayout.ActiveDocument.1">
                  <p:embed/>
                </p:oleObj>
              </mc:Choice>
              <mc:Fallback>
                <p:oleObj name="think-cell Slide" r:id="rId3" imgW="408" imgH="408" progId="TCLayout.ActiveDocument.1">
                  <p:embed/>
                  <p:pic>
                    <p:nvPicPr>
                      <p:cNvPr id="8" name="Object 7" hidden="1">
                        <a:extLst>
                          <a:ext uri="{FF2B5EF4-FFF2-40B4-BE49-F238E27FC236}">
                            <a16:creationId xmlns:a16="http://schemas.microsoft.com/office/drawing/2014/main" id="{F452344E-EC15-4241-B5A1-563CE4C7490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" name="TextBox 29">
            <a:extLst>
              <a:ext uri="{FF2B5EF4-FFF2-40B4-BE49-F238E27FC236}">
                <a16:creationId xmlns:a16="http://schemas.microsoft.com/office/drawing/2014/main" id="{3C801DF1-B95B-4868-A056-7C76ECAD9235}"/>
              </a:ext>
            </a:extLst>
          </p:cNvPr>
          <p:cNvSpPr txBox="1"/>
          <p:nvPr userDrawn="1"/>
        </p:nvSpPr>
        <p:spPr>
          <a:xfrm>
            <a:off x="210816" y="6545171"/>
            <a:ext cx="4644000" cy="153888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>
              <a:defRPr/>
            </a:pPr>
            <a:r>
              <a:rPr lang="en-US" altLang="ja-JP" sz="1000" baseline="0">
                <a:solidFill>
                  <a:schemeClr val="bg1"/>
                </a:solidFill>
                <a:latin typeface="+mn-lt"/>
                <a:ea typeface="+mn-ea"/>
              </a:rPr>
              <a:t>© FURUKAWA ELECTRIC CO., LTD. </a:t>
            </a:r>
          </a:p>
        </p:txBody>
      </p:sp>
      <p:sp>
        <p:nvSpPr>
          <p:cNvPr id="18" name="Text Placeholder 9">
            <a:extLst>
              <a:ext uri="{FF2B5EF4-FFF2-40B4-BE49-F238E27FC236}">
                <a16:creationId xmlns:a16="http://schemas.microsoft.com/office/drawing/2014/main" id="{6EEE236A-15A6-4741-A45D-F843C6B94B3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436805" y="2928102"/>
            <a:ext cx="6022183" cy="511408"/>
          </a:xfrm>
          <a:prstGeom prst="rect">
            <a:avLst/>
          </a:prstGeom>
        </p:spPr>
        <p:txBody>
          <a:bodyPr wrap="none"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 sz="2800" b="1" baseline="0">
                <a:solidFill>
                  <a:schemeClr val="accent3">
                    <a:lumMod val="50000"/>
                  </a:schemeClr>
                </a:solidFill>
                <a:latin typeface="+mj-lt"/>
                <a:ea typeface="+mj-ea"/>
              </a:defRPr>
            </a:lvl1pPr>
          </a:lstStyle>
          <a:p>
            <a:r>
              <a:rPr lang="ja-JP" altLang="en-US"/>
              <a:t>中見出し </a:t>
            </a:r>
            <a:r>
              <a:rPr lang="en-US" altLang="ja-JP">
                <a:solidFill>
                  <a:srgbClr val="002F6C"/>
                </a:solidFill>
              </a:rPr>
              <a:t>–</a:t>
            </a:r>
            <a:r>
              <a:rPr lang="en-US" altLang="ja-JP">
                <a:solidFill>
                  <a:srgbClr val="404040"/>
                </a:solidFill>
              </a:rPr>
              <a:t> </a:t>
            </a:r>
            <a:r>
              <a:rPr lang="en-US" altLang="ja-JP"/>
              <a:t>crosshead</a:t>
            </a:r>
            <a:endParaRPr kumimoji="1" lang="ja-JP" altLang="en-US"/>
          </a:p>
        </p:txBody>
      </p:sp>
      <p:cxnSp>
        <p:nvCxnSpPr>
          <p:cNvPr id="6" name="直線コネクタ 5">
            <a:extLst>
              <a:ext uri="{FF2B5EF4-FFF2-40B4-BE49-F238E27FC236}">
                <a16:creationId xmlns:a16="http://schemas.microsoft.com/office/drawing/2014/main" id="{D9824070-10E1-45E3-B00F-534DE497B145}"/>
              </a:ext>
            </a:extLst>
          </p:cNvPr>
          <p:cNvCxnSpPr/>
          <p:nvPr userDrawn="1"/>
        </p:nvCxnSpPr>
        <p:spPr>
          <a:xfrm>
            <a:off x="2436805" y="3458874"/>
            <a:ext cx="6022183" cy="0"/>
          </a:xfrm>
          <a:prstGeom prst="line">
            <a:avLst/>
          </a:prstGeom>
          <a:ln w="3175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図 9">
            <a:extLst>
              <a:ext uri="{FF2B5EF4-FFF2-40B4-BE49-F238E27FC236}">
                <a16:creationId xmlns:a16="http://schemas.microsoft.com/office/drawing/2014/main" id="{8FFAF0F5-F64B-40E9-90FD-BB52BF4B4BB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/>
          <a:srcRect l="86940" t="12791" b="25699"/>
          <a:stretch/>
        </p:blipFill>
        <p:spPr>
          <a:xfrm rot="10800000">
            <a:off x="0" y="0"/>
            <a:ext cx="2058976" cy="6858000"/>
          </a:xfrm>
          <a:prstGeom prst="rect">
            <a:avLst/>
          </a:prstGeom>
        </p:spPr>
      </p:pic>
      <p:sp>
        <p:nvSpPr>
          <p:cNvPr id="9" name="TextBox 29">
            <a:extLst>
              <a:ext uri="{FF2B5EF4-FFF2-40B4-BE49-F238E27FC236}">
                <a16:creationId xmlns:a16="http://schemas.microsoft.com/office/drawing/2014/main" id="{0D235B96-BB03-4659-94D4-55AC88369CA0}"/>
              </a:ext>
            </a:extLst>
          </p:cNvPr>
          <p:cNvSpPr txBox="1"/>
          <p:nvPr userDrawn="1"/>
        </p:nvSpPr>
        <p:spPr>
          <a:xfrm>
            <a:off x="334033" y="6545171"/>
            <a:ext cx="4644000" cy="153888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>
              <a:defRPr/>
            </a:pPr>
            <a:r>
              <a:rPr lang="en-US" altLang="ja-JP" sz="1000" baseline="0">
                <a:solidFill>
                  <a:schemeClr val="accent4"/>
                </a:solidFill>
                <a:latin typeface="+mn-lt"/>
                <a:ea typeface="+mn-ea"/>
              </a:rPr>
              <a:t>© FURUKAWA ELECTRIC CO., LTD. </a:t>
            </a:r>
          </a:p>
        </p:txBody>
      </p:sp>
      <p:sp>
        <p:nvSpPr>
          <p:cNvPr id="12" name="Rectangle 6">
            <a:extLst>
              <a:ext uri="{FF2B5EF4-FFF2-40B4-BE49-F238E27FC236}">
                <a16:creationId xmlns:a16="http://schemas.microsoft.com/office/drawing/2014/main" id="{CA8586FC-C23A-4A91-9AAF-5804CBE64566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860578" y="6546229"/>
            <a:ext cx="205184" cy="2000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defPPr>
              <a:defRPr lang="ja-JP"/>
            </a:defPPr>
            <a:lvl1pPr marL="0" algn="r" defTabSz="914400" rtl="0" eaLnBrk="1" latinLnBrk="0" hangingPunct="1">
              <a:defRPr kumimoji="1" sz="10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FAF75358-90CF-4CFC-A3A1-1392029DBAD6}" type="slidenum">
              <a:rPr lang="en-US" altLang="ja-JP" sz="1300" smtClean="0">
                <a:solidFill>
                  <a:schemeClr val="tx1"/>
                </a:solidFill>
              </a:rPr>
              <a:pPr>
                <a:defRPr/>
              </a:pPr>
              <a:t>‹#›</a:t>
            </a:fld>
            <a:endParaRPr lang="en-US" altLang="ja-JP" sz="13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544146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9　チャート標準_Standard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図 1">
            <a:extLst>
              <a:ext uri="{FF2B5EF4-FFF2-40B4-BE49-F238E27FC236}">
                <a16:creationId xmlns:a16="http://schemas.microsoft.com/office/drawing/2014/main" id="{09A80A46-EA13-EC64-223F-69DD24576A9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t="12486" b="85521"/>
          <a:stretch/>
        </p:blipFill>
        <p:spPr>
          <a:xfrm>
            <a:off x="0" y="0"/>
            <a:ext cx="12193200" cy="136756"/>
          </a:xfrm>
          <a:prstGeom prst="rect">
            <a:avLst/>
          </a:prstGeom>
        </p:spPr>
      </p:pic>
      <p:sp>
        <p:nvSpPr>
          <p:cNvPr id="8" name="RectangleLight">
            <a:extLst>
              <a:ext uri="{FF2B5EF4-FFF2-40B4-BE49-F238E27FC236}">
                <a16:creationId xmlns:a16="http://schemas.microsoft.com/office/drawing/2014/main" id="{EF310A93-D5C7-4A2B-B91A-09427A48AC5A}"/>
              </a:ext>
            </a:extLst>
          </p:cNvPr>
          <p:cNvSpPr/>
          <p:nvPr userDrawn="1">
            <p:custDataLst>
              <p:tags r:id="rId1"/>
            </p:custDataLst>
          </p:nvPr>
        </p:nvSpPr>
        <p:spPr bwMode="ltGray">
          <a:xfrm>
            <a:off x="8781416" y="911769"/>
            <a:ext cx="3410584" cy="5946231"/>
          </a:xfrm>
          <a:prstGeom prst="rect">
            <a:avLst/>
          </a:prstGeom>
          <a:solidFill>
            <a:srgbClr val="E6E6E6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ja-JP" sz="1800" b="0" i="0" u="none" strike="noStrike" kern="1200" cap="none" spc="0" normalizeH="0" baseline="0" noProof="0">
              <a:ln>
                <a:noFill/>
              </a:ln>
              <a:solidFill>
                <a:srgbClr val="F0F0F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E16A8F86-9268-4275-ACDD-6CC28E3D6384}"/>
              </a:ext>
            </a:extLst>
          </p:cNvPr>
          <p:cNvSpPr>
            <a:spLocks noGrp="1"/>
          </p:cNvSpPr>
          <p:nvPr>
            <p:ph type="dt" sz="half" idx="17"/>
          </p:nvPr>
        </p:nvSpPr>
        <p:spPr>
          <a:xfrm>
            <a:off x="9180074" y="1277470"/>
            <a:ext cx="2611896" cy="5212001"/>
          </a:xfrm>
          <a:prstGeom prst="rect">
            <a:avLst/>
          </a:prstGeom>
        </p:spPr>
        <p:txBody>
          <a:bodyPr wrap="none" anchor="ctr">
            <a:noAutofit/>
          </a:bodyPr>
          <a:lstStyle/>
          <a:p>
            <a:r>
              <a:rPr lang="ja-JP" altLang="en-US"/>
              <a:t>メッセージ</a:t>
            </a:r>
            <a:r>
              <a:rPr lang="en-US" altLang="ja-JP"/>
              <a:t>-message</a:t>
            </a:r>
            <a:endParaRPr lang="ja-JP" altLang="en-US">
              <a:solidFill>
                <a:srgbClr val="404040"/>
              </a:solidFill>
            </a:endParaRPr>
          </a:p>
        </p:txBody>
      </p:sp>
      <p:sp>
        <p:nvSpPr>
          <p:cNvPr id="11" name="Content Placeholder 21">
            <a:extLst>
              <a:ext uri="{FF2B5EF4-FFF2-40B4-BE49-F238E27FC236}">
                <a16:creationId xmlns:a16="http://schemas.microsoft.com/office/drawing/2014/main" id="{7E6E572A-AF6F-4FBC-874D-C851ED1797BE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540000" y="1277470"/>
            <a:ext cx="7920000" cy="5253465"/>
          </a:xfrm>
          <a:prstGeom prst="rect">
            <a:avLst/>
          </a:prstGeom>
        </p:spPr>
        <p:txBody>
          <a:bodyPr wrap="none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lvl1pPr>
            <a:lvl2pPr marL="234000" marR="0" indent="-234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Pct val="75000"/>
              <a:buFont typeface="Wingdings" panose="05000000000000000000" pitchFamily="2" charset="2"/>
              <a:buChar char="n"/>
              <a:tabLst/>
              <a:defRPr/>
            </a:lvl2pPr>
            <a:lvl3pPr marL="468000" marR="0" indent="-234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Pct val="60000"/>
              <a:buFont typeface="Wingdings" panose="05000000000000000000" pitchFamily="2" charset="2"/>
              <a:buChar char="l"/>
              <a:tabLst/>
              <a:defRPr/>
            </a:lvl3pPr>
            <a:lvl4pPr marL="711200" marR="0" indent="-2444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Pct val="60000"/>
              <a:buFont typeface="Wingdings" panose="05000000000000000000" pitchFamily="2" charset="2"/>
              <a:buChar char="p"/>
              <a:tabLst/>
              <a:defRPr/>
            </a:lvl4pPr>
            <a:lvl5pPr marL="702000" indent="-234000">
              <a:spcAft>
                <a:spcPts val="300"/>
              </a:spcAft>
              <a:buSzPct val="60000"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段落</a:t>
            </a:r>
            <a:r>
              <a:rPr kumimoji="1" lang="en-US" altLang="ja-JP" sz="1600" b="0" i="0" u="none" strike="noStrike" kern="120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(L1) – Paragraph Level 1</a:t>
            </a:r>
          </a:p>
          <a:p>
            <a:pPr marL="234000" marR="0" lvl="1" indent="-234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Pct val="75000"/>
              <a:buFont typeface="Wingdings" panose="05000000000000000000" pitchFamily="2" charset="2"/>
              <a:buChar char="n"/>
              <a:tabLst/>
              <a:defRPr/>
            </a:pPr>
            <a:r>
              <a:rPr kumimoji="1" lang="ja-JP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+mn-lt"/>
                <a:ea typeface="+mn-ea"/>
                <a:cs typeface="Arial" panose="020B0604020202020204" pitchFamily="34" charset="0"/>
              </a:rPr>
              <a:t>段落</a:t>
            </a:r>
            <a:r>
              <a:rPr kumimoji="1" lang="en-US" altLang="ja-JP" sz="1600" b="0" i="0" u="none" strike="noStrike" kern="120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+mn-lt"/>
                <a:ea typeface="+mn-ea"/>
                <a:cs typeface="Arial" panose="020B0604020202020204" pitchFamily="34" charset="0"/>
              </a:rPr>
              <a:t>(L2) – Paragraph Level 2</a:t>
            </a:r>
          </a:p>
          <a:p>
            <a:pPr marL="468000" marR="0" lvl="2" indent="-234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Pct val="60000"/>
              <a:buFont typeface="Wingdings" panose="05000000000000000000" pitchFamily="2" charset="2"/>
              <a:buChar char="l"/>
              <a:tabLst/>
              <a:defRPr/>
            </a:pPr>
            <a:r>
              <a:rPr kumimoji="1" lang="ja-JP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+mn-lt"/>
                <a:ea typeface="+mn-ea"/>
                <a:cs typeface="Arial" panose="020B0604020202020204" pitchFamily="34" charset="0"/>
              </a:rPr>
              <a:t>段落</a:t>
            </a:r>
            <a:r>
              <a:rPr kumimoji="1" lang="en-US" altLang="ja-JP" sz="1600" b="0" i="0" u="none" strike="noStrike" kern="120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+mn-lt"/>
                <a:ea typeface="+mn-ea"/>
                <a:cs typeface="Arial" panose="020B0604020202020204" pitchFamily="34" charset="0"/>
              </a:rPr>
              <a:t>(L3)  – Paragraph Level 3</a:t>
            </a:r>
          </a:p>
          <a:p>
            <a:pPr marL="711200" marR="0" lvl="3" indent="-2444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Pct val="60000"/>
              <a:buFont typeface="Wingdings" panose="05000000000000000000" pitchFamily="2" charset="2"/>
              <a:buChar char="p"/>
              <a:tabLst/>
              <a:defRPr/>
            </a:pPr>
            <a:r>
              <a:rPr kumimoji="1" lang="ja-JP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+mn-lt"/>
                <a:ea typeface="+mn-ea"/>
                <a:cs typeface="Arial" panose="020B0604020202020204" pitchFamily="34" charset="0"/>
              </a:rPr>
              <a:t>段落</a:t>
            </a:r>
            <a:r>
              <a:rPr kumimoji="1" lang="en-US" altLang="ja-JP" sz="1600" b="0" i="0" u="none" strike="noStrike" kern="120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+mn-lt"/>
                <a:ea typeface="+mn-ea"/>
                <a:cs typeface="Arial" panose="020B0604020202020204" pitchFamily="34" charset="0"/>
              </a:rPr>
              <a:t>(L4) – Paragraph Level 4</a:t>
            </a:r>
            <a:endParaRPr kumimoji="1" lang="ru-RU"/>
          </a:p>
        </p:txBody>
      </p:sp>
      <p:sp>
        <p:nvSpPr>
          <p:cNvPr id="21" name="Title 15">
            <a:extLst>
              <a:ext uri="{FF2B5EF4-FFF2-40B4-BE49-F238E27FC236}">
                <a16:creationId xmlns:a16="http://schemas.microsoft.com/office/drawing/2014/main" id="{39F8534E-4565-4FC5-AA58-5BD52747845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00" y="327065"/>
            <a:ext cx="9042912" cy="387798"/>
          </a:xfrm>
          <a:prstGeom prst="rect">
            <a:avLst/>
          </a:prstGeom>
        </p:spPr>
        <p:txBody>
          <a:bodyPr vert="horz" anchor="ctr"/>
          <a:lstStyle>
            <a:lvl1pPr>
              <a:defRPr sz="2800"/>
            </a:lvl1pPr>
          </a:lstStyle>
          <a:p>
            <a:r>
              <a:rPr kumimoji="1" lang="ja-JP" altLang="en-US"/>
              <a:t>チャート標準</a:t>
            </a:r>
            <a:r>
              <a:rPr kumimoji="1" lang="en-US" altLang="ja-JP"/>
              <a:t>01 – Standard chart 1</a:t>
            </a:r>
            <a:endParaRPr kumimoji="1" lang="ru-RU"/>
          </a:p>
        </p:txBody>
      </p:sp>
      <p:cxnSp>
        <p:nvCxnSpPr>
          <p:cNvPr id="23" name="直線コネクタ 22">
            <a:extLst>
              <a:ext uri="{FF2B5EF4-FFF2-40B4-BE49-F238E27FC236}">
                <a16:creationId xmlns:a16="http://schemas.microsoft.com/office/drawing/2014/main" id="{1059CC42-6DDB-4408-BF47-7AE164F343FF}"/>
              </a:ext>
            </a:extLst>
          </p:cNvPr>
          <p:cNvCxnSpPr/>
          <p:nvPr userDrawn="1"/>
        </p:nvCxnSpPr>
        <p:spPr>
          <a:xfrm>
            <a:off x="0" y="911769"/>
            <a:ext cx="12192000" cy="0"/>
          </a:xfrm>
          <a:prstGeom prst="line">
            <a:avLst/>
          </a:prstGeom>
          <a:ln w="3175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5" name="Picture 16">
            <a:extLst>
              <a:ext uri="{FF2B5EF4-FFF2-40B4-BE49-F238E27FC236}">
                <a16:creationId xmlns:a16="http://schemas.microsoft.com/office/drawing/2014/main" id="{3A509E99-5BBD-4048-A4EE-150F87827C42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4800" y="368529"/>
            <a:ext cx="1951200" cy="304873"/>
          </a:xfrm>
          <a:prstGeom prst="rect">
            <a:avLst/>
          </a:prstGeom>
        </p:spPr>
      </p:pic>
      <p:sp>
        <p:nvSpPr>
          <p:cNvPr id="12" name="Rectangle 6">
            <a:extLst>
              <a:ext uri="{FF2B5EF4-FFF2-40B4-BE49-F238E27FC236}">
                <a16:creationId xmlns:a16="http://schemas.microsoft.com/office/drawing/2014/main" id="{23EDDF5A-7F39-4576-8FC2-64CAFF2A7267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860578" y="6552953"/>
            <a:ext cx="205184" cy="2000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defPPr>
              <a:defRPr lang="ja-JP"/>
            </a:defPPr>
            <a:lvl1pPr marL="0" algn="r" defTabSz="914400" rtl="0" eaLnBrk="1" latinLnBrk="0" hangingPunct="1">
              <a:defRPr kumimoji="1" sz="10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FAF75358-90CF-4CFC-A3A1-1392029DBAD6}" type="slidenum">
              <a:rPr lang="en-US" altLang="ja-JP" sz="1300" smtClean="0">
                <a:solidFill>
                  <a:schemeClr val="tx1"/>
                </a:solidFill>
              </a:rPr>
              <a:pPr>
                <a:defRPr/>
              </a:pPr>
              <a:t>‹#›</a:t>
            </a:fld>
            <a:endParaRPr lang="en-US" altLang="ja-JP" sz="13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392722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　付議事項_Discussion Topic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>
            <a:extLst>
              <a:ext uri="{FF2B5EF4-FFF2-40B4-BE49-F238E27FC236}">
                <a16:creationId xmlns:a16="http://schemas.microsoft.com/office/drawing/2014/main" id="{78E7A22D-7F0F-20EF-E7C3-3DFA81DEDB0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0"/>
          <a:srcRect t="12486" b="85521"/>
          <a:stretch/>
        </p:blipFill>
        <p:spPr>
          <a:xfrm>
            <a:off x="0" y="0"/>
            <a:ext cx="12193200" cy="136756"/>
          </a:xfrm>
          <a:prstGeom prst="rect">
            <a:avLst/>
          </a:prstGeom>
        </p:spPr>
      </p:pic>
      <p:pic>
        <p:nvPicPr>
          <p:cNvPr id="4" name="Picture 16">
            <a:extLst>
              <a:ext uri="{FF2B5EF4-FFF2-40B4-BE49-F238E27FC236}">
                <a16:creationId xmlns:a16="http://schemas.microsoft.com/office/drawing/2014/main" id="{8A7D4BB6-4D84-8E84-8E45-4C11E9E09B96}"/>
              </a:ext>
            </a:extLst>
          </p:cNvPr>
          <p:cNvPicPr>
            <a:picLocks noChangeAspect="1"/>
          </p:cNvPicPr>
          <p:nvPr userDrawn="1"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4800" y="368529"/>
            <a:ext cx="1951200" cy="304873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E993D4A2-E10E-4CFF-8A7D-32A06E82D324}"/>
              </a:ext>
            </a:extLst>
          </p:cNvPr>
          <p:cNvSpPr>
            <a:spLocks/>
          </p:cNvSpPr>
          <p:nvPr userDrawn="1"/>
        </p:nvSpPr>
        <p:spPr>
          <a:xfrm>
            <a:off x="5576621" y="1790635"/>
            <a:ext cx="6226441" cy="4747649"/>
          </a:xfrm>
          <a:prstGeom prst="rect">
            <a:avLst/>
          </a:prstGeom>
          <a:noFill/>
          <a:ln w="25400">
            <a:solidFill>
              <a:schemeClr val="bg1">
                <a:lumMod val="6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0" tIns="0" rIns="0" bIns="0" rtlCol="0" anchor="t" anchorCtr="0">
            <a:noAutofit/>
          </a:bodyPr>
          <a:lstStyle/>
          <a:p>
            <a:endParaRPr lang="en-US" altLang="ja-JP" sz="1400" b="1">
              <a:solidFill>
                <a:schemeClr val="tx1"/>
              </a:solidFill>
              <a:latin typeface="+mn-ea"/>
            </a:endParaRPr>
          </a:p>
        </p:txBody>
      </p:sp>
      <p:graphicFrame>
        <p:nvGraphicFramePr>
          <p:cNvPr id="3" name="Object 6" hidden="1">
            <a:extLst>
              <a:ext uri="{FF2B5EF4-FFF2-40B4-BE49-F238E27FC236}">
                <a16:creationId xmlns:a16="http://schemas.microsoft.com/office/drawing/2014/main" id="{D8EFF8A2-0FB9-4B25-8B8D-49235327498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85629078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2" imgW="413" imgH="416" progId="TCLayout.ActiveDocument.1">
                  <p:embed/>
                </p:oleObj>
              </mc:Choice>
              <mc:Fallback>
                <p:oleObj name="think-cell Slide" r:id="rId12" imgW="413" imgH="416" progId="TCLayout.ActiveDocument.1">
                  <p:embed/>
                  <p:pic>
                    <p:nvPicPr>
                      <p:cNvPr id="3" name="Object 6" hidden="1">
                        <a:extLst>
                          <a:ext uri="{FF2B5EF4-FFF2-40B4-BE49-F238E27FC236}">
                            <a16:creationId xmlns:a16="http://schemas.microsoft.com/office/drawing/2014/main" id="{D8EFF8A2-0FB9-4B25-8B8D-49235327498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9F741700-5035-4E61-A4AC-1B3C7AE220D5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ja-JP" sz="2500" b="1" i="0" baseline="0" err="1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9238B1D6-2095-4826-AA45-9A4E6F7D1A16}"/>
              </a:ext>
            </a:extLst>
          </p:cNvPr>
          <p:cNvSpPr txBox="1"/>
          <p:nvPr userDrawn="1"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ja-JP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ja-JP" sz="800"/>
              <a:t>資料: </a:t>
            </a:r>
          </a:p>
        </p:txBody>
      </p:sp>
      <p:sp>
        <p:nvSpPr>
          <p:cNvPr id="13" name="3. Subtitle">
            <a:extLst>
              <a:ext uri="{FF2B5EF4-FFF2-40B4-BE49-F238E27FC236}">
                <a16:creationId xmlns:a16="http://schemas.microsoft.com/office/drawing/2014/main" id="{A45F24A0-E1E5-4CEF-AAE5-F2C8B392CA86}"/>
              </a:ext>
            </a:extLst>
          </p:cNvPr>
          <p:cNvSpPr>
            <a:spLocks noGrp="1"/>
          </p:cNvSpPr>
          <p:nvPr userDrawn="1">
            <p:ph type="subTitle" idx="1" hasCustomPrompt="1"/>
            <p:custDataLst>
              <p:tags r:id="rId4"/>
            </p:custDataLst>
          </p:nvPr>
        </p:nvSpPr>
        <p:spPr>
          <a:xfrm>
            <a:off x="373371" y="884622"/>
            <a:ext cx="9480651" cy="276999"/>
          </a:xfrm>
          <a:prstGeom prst="rect">
            <a:avLst/>
          </a:prstGeom>
        </p:spPr>
        <p:txBody>
          <a:bodyPr anchor="ctr" anchorCtr="0"/>
          <a:lstStyle>
            <a:lvl1pPr>
              <a:defRPr b="1"/>
            </a:lvl1pPr>
          </a:lstStyle>
          <a:p>
            <a:r>
              <a:rPr lang="ja-JP" altLang="en-US" sz="1600"/>
              <a:t>（ネクストステップ）</a:t>
            </a:r>
            <a:r>
              <a:rPr lang="en-US" altLang="ja-JP" sz="1600"/>
              <a:t>XXXXXXXXX</a:t>
            </a:r>
            <a:r>
              <a:rPr lang="ja-JP" altLang="en-US" sz="1600"/>
              <a:t>において</a:t>
            </a:r>
            <a:r>
              <a:rPr lang="en-US" altLang="ja-JP" sz="1600"/>
              <a:t>XXXXXXXXXX</a:t>
            </a:r>
            <a:r>
              <a:rPr lang="ja-JP" altLang="en-US" sz="1600"/>
              <a:t>するものとする</a:t>
            </a:r>
            <a:endParaRPr lang="ja-JP" sz="160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06AEA4F-3A1B-4492-9391-23555E850382}"/>
              </a:ext>
            </a:extLst>
          </p:cNvPr>
          <p:cNvSpPr>
            <a:spLocks/>
          </p:cNvSpPr>
          <p:nvPr userDrawn="1"/>
        </p:nvSpPr>
        <p:spPr>
          <a:xfrm>
            <a:off x="2979145" y="1790631"/>
            <a:ext cx="2513190" cy="4747647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0" tIns="0" rIns="0" bIns="0" rtlCol="0" anchor="t" anchorCtr="0">
            <a:noAutofit/>
          </a:bodyPr>
          <a:lstStyle/>
          <a:p>
            <a:endParaRPr lang="en-US" sz="1400" b="1">
              <a:solidFill>
                <a:schemeClr val="tx1"/>
              </a:solidFill>
              <a:latin typeface="+mn-ea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5491FDA-17C5-485D-A6F3-3E6B7695B10F}"/>
              </a:ext>
            </a:extLst>
          </p:cNvPr>
          <p:cNvSpPr>
            <a:spLocks/>
          </p:cNvSpPr>
          <p:nvPr userDrawn="1"/>
        </p:nvSpPr>
        <p:spPr>
          <a:xfrm>
            <a:off x="373371" y="1790631"/>
            <a:ext cx="2513190" cy="4747647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0" tIns="0" rIns="0" bIns="0" rtlCol="0" anchor="t" anchorCtr="0">
            <a:noAutofit/>
          </a:bodyPr>
          <a:lstStyle/>
          <a:p>
            <a:endParaRPr lang="en-US" altLang="ja-JP" sz="1400" b="1">
              <a:solidFill>
                <a:schemeClr val="tx1"/>
              </a:solidFill>
              <a:latin typeface="+mn-ea"/>
            </a:endParaRPr>
          </a:p>
          <a:p>
            <a:endParaRPr lang="en-US" sz="1400" b="1">
              <a:solidFill>
                <a:schemeClr val="tx1"/>
              </a:solidFill>
              <a:latin typeface="+mn-ea"/>
            </a:endParaRPr>
          </a:p>
        </p:txBody>
      </p:sp>
      <p:sp>
        <p:nvSpPr>
          <p:cNvPr id="18" name="TextBox 40">
            <a:extLst>
              <a:ext uri="{FF2B5EF4-FFF2-40B4-BE49-F238E27FC236}">
                <a16:creationId xmlns:a16="http://schemas.microsoft.com/office/drawing/2014/main" id="{33D3CC9F-AF20-4684-8B4C-8A112B4189C2}"/>
              </a:ext>
            </a:extLst>
          </p:cNvPr>
          <p:cNvSpPr txBox="1"/>
          <p:nvPr userDrawn="1">
            <p:custDataLst>
              <p:tags r:id="rId5"/>
            </p:custDataLst>
          </p:nvPr>
        </p:nvSpPr>
        <p:spPr bwMode="gray">
          <a:xfrm>
            <a:off x="2999113" y="1477710"/>
            <a:ext cx="2578135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lvl="0" indent="0" defTabSz="895350" eaLnBrk="1" hangingPunct="1">
              <a:buClr>
                <a:schemeClr val="tx2"/>
              </a:buClr>
              <a:defRPr kumimoji="1" baseline="0">
                <a:latin typeface="+mn-lt"/>
              </a:defRPr>
            </a:lvl1pPr>
            <a:lvl2pPr marL="193675" lvl="1" indent="-192088" defTabSz="895350" eaLnBrk="1" hangingPunct="1">
              <a:buClr>
                <a:schemeClr val="tx2"/>
              </a:buClr>
              <a:buSzPct val="125000"/>
              <a:buFont typeface="Arial" charset="0"/>
              <a:buChar char="▪"/>
              <a:defRPr kumimoji="1" baseline="0">
                <a:latin typeface="+mn-lt"/>
              </a:defRPr>
            </a:lvl2pPr>
            <a:lvl3pPr marL="457200" lvl="2" indent="-261938" defTabSz="895350" eaLnBrk="1" hangingPunct="1">
              <a:buClr>
                <a:schemeClr val="tx2"/>
              </a:buClr>
              <a:buSzPct val="120000"/>
              <a:buFont typeface="Arial" charset="0"/>
              <a:buChar char="–"/>
              <a:defRPr kumimoji="1" baseline="0">
                <a:latin typeface="+mn-lt"/>
              </a:defRPr>
            </a:lvl3pPr>
            <a:lvl4pPr marL="614363" lvl="3" indent="-155575" defTabSz="895350" eaLnBrk="1" hangingPunct="1">
              <a:buClr>
                <a:schemeClr val="tx2"/>
              </a:buClr>
              <a:buSzPct val="120000"/>
              <a:buFont typeface="Arial" charset="0"/>
              <a:buChar char="▫"/>
              <a:defRPr kumimoji="1" baseline="0">
                <a:latin typeface="+mn-lt"/>
              </a:defRPr>
            </a:lvl4pPr>
            <a:lvl5pPr marL="749808" lvl="4" indent="-130175" defTabSz="895350" eaLnBrk="1" hangingPunct="1">
              <a:buClr>
                <a:schemeClr val="tx2"/>
              </a:buClr>
              <a:buSzPct val="89000"/>
              <a:buFont typeface="Arial" charset="0"/>
              <a:buChar char="-"/>
              <a:defRPr kumimoji="1" baseline="0">
                <a:latin typeface="+mn-lt"/>
              </a:defRPr>
            </a:lvl5pPr>
            <a:lvl6pPr marL="749808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kumimoji="1" baseline="0">
                <a:latin typeface="+mn-lt"/>
              </a:defRPr>
            </a:lvl6pPr>
            <a:lvl7pPr marL="749808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kumimoji="1" baseline="0">
                <a:latin typeface="+mn-lt"/>
              </a:defRPr>
            </a:lvl7pPr>
            <a:lvl8pPr marL="749808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kumimoji="1" baseline="0">
                <a:latin typeface="+mn-lt"/>
              </a:defRPr>
            </a:lvl8pPr>
            <a:lvl9pPr marL="749808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kumimoji="1" baseline="0">
                <a:latin typeface="+mn-lt"/>
              </a:defRPr>
            </a:lvl9pPr>
          </a:lstStyle>
          <a:p>
            <a:r>
              <a:rPr lang="ja-JP" altLang="en-US" sz="1600" b="1" baseline="0">
                <a:latin typeface="+mn-lt"/>
                <a:ea typeface="+mn-ea"/>
              </a:rPr>
              <a:t>協議事項</a:t>
            </a:r>
          </a:p>
        </p:txBody>
      </p:sp>
      <p:sp>
        <p:nvSpPr>
          <p:cNvPr id="19" name="TextBox 40">
            <a:extLst>
              <a:ext uri="{FF2B5EF4-FFF2-40B4-BE49-F238E27FC236}">
                <a16:creationId xmlns:a16="http://schemas.microsoft.com/office/drawing/2014/main" id="{BEEDC103-8837-41DF-B138-E1D8DCACC3C3}"/>
              </a:ext>
            </a:extLst>
          </p:cNvPr>
          <p:cNvSpPr txBox="1"/>
          <p:nvPr userDrawn="1">
            <p:custDataLst>
              <p:tags r:id="rId6"/>
            </p:custDataLst>
          </p:nvPr>
        </p:nvSpPr>
        <p:spPr bwMode="gray">
          <a:xfrm>
            <a:off x="5617967" y="1477710"/>
            <a:ext cx="2578135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lvl="0" indent="0" defTabSz="895350" eaLnBrk="1" hangingPunct="1">
              <a:buClr>
                <a:schemeClr val="tx2"/>
              </a:buClr>
              <a:defRPr kumimoji="1" baseline="0">
                <a:latin typeface="+mn-lt"/>
              </a:defRPr>
            </a:lvl1pPr>
            <a:lvl2pPr marL="193675" lvl="1" indent="-192088" defTabSz="895350" eaLnBrk="1" hangingPunct="1">
              <a:buClr>
                <a:schemeClr val="tx2"/>
              </a:buClr>
              <a:buSzPct val="125000"/>
              <a:buFont typeface="Arial" charset="0"/>
              <a:buChar char="▪"/>
              <a:defRPr kumimoji="1" baseline="0">
                <a:latin typeface="+mn-lt"/>
              </a:defRPr>
            </a:lvl2pPr>
            <a:lvl3pPr marL="457200" lvl="2" indent="-261938" defTabSz="895350" eaLnBrk="1" hangingPunct="1">
              <a:buClr>
                <a:schemeClr val="tx2"/>
              </a:buClr>
              <a:buSzPct val="120000"/>
              <a:buFont typeface="Arial" charset="0"/>
              <a:buChar char="–"/>
              <a:defRPr kumimoji="1" baseline="0">
                <a:latin typeface="+mn-lt"/>
              </a:defRPr>
            </a:lvl3pPr>
            <a:lvl4pPr marL="614363" lvl="3" indent="-155575" defTabSz="895350" eaLnBrk="1" hangingPunct="1">
              <a:buClr>
                <a:schemeClr val="tx2"/>
              </a:buClr>
              <a:buSzPct val="120000"/>
              <a:buFont typeface="Arial" charset="0"/>
              <a:buChar char="▫"/>
              <a:defRPr kumimoji="1" baseline="0">
                <a:latin typeface="+mn-lt"/>
              </a:defRPr>
            </a:lvl4pPr>
            <a:lvl5pPr marL="749808" lvl="4" indent="-130175" defTabSz="895350" eaLnBrk="1" hangingPunct="1">
              <a:buClr>
                <a:schemeClr val="tx2"/>
              </a:buClr>
              <a:buSzPct val="89000"/>
              <a:buFont typeface="Arial" charset="0"/>
              <a:buChar char="-"/>
              <a:defRPr kumimoji="1" baseline="0">
                <a:latin typeface="+mn-lt"/>
              </a:defRPr>
            </a:lvl5pPr>
            <a:lvl6pPr marL="749808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kumimoji="1" baseline="0">
                <a:latin typeface="+mn-lt"/>
              </a:defRPr>
            </a:lvl6pPr>
            <a:lvl7pPr marL="749808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kumimoji="1" baseline="0">
                <a:latin typeface="+mn-lt"/>
              </a:defRPr>
            </a:lvl7pPr>
            <a:lvl8pPr marL="749808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kumimoji="1" baseline="0">
                <a:latin typeface="+mn-lt"/>
              </a:defRPr>
            </a:lvl8pPr>
            <a:lvl9pPr marL="749808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kumimoji="1" baseline="0">
                <a:latin typeface="+mn-lt"/>
              </a:defRPr>
            </a:lvl9pPr>
          </a:lstStyle>
          <a:p>
            <a:r>
              <a:rPr lang="ja-JP" altLang="en-US" sz="1600" b="1" baseline="0">
                <a:latin typeface="+mn-lt"/>
                <a:ea typeface="+mn-ea"/>
              </a:rPr>
              <a:t>対応内容</a:t>
            </a:r>
          </a:p>
        </p:txBody>
      </p:sp>
      <p:sp>
        <p:nvSpPr>
          <p:cNvPr id="20" name="TextBox 40">
            <a:extLst>
              <a:ext uri="{FF2B5EF4-FFF2-40B4-BE49-F238E27FC236}">
                <a16:creationId xmlns:a16="http://schemas.microsoft.com/office/drawing/2014/main" id="{4870C2F8-248B-4789-886A-D91C0EE7031A}"/>
              </a:ext>
            </a:extLst>
          </p:cNvPr>
          <p:cNvSpPr txBox="1"/>
          <p:nvPr userDrawn="1">
            <p:custDataLst>
              <p:tags r:id="rId7"/>
            </p:custDataLst>
          </p:nvPr>
        </p:nvSpPr>
        <p:spPr bwMode="gray">
          <a:xfrm>
            <a:off x="373371" y="1477710"/>
            <a:ext cx="2578135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lvl="0" indent="0" defTabSz="895350" eaLnBrk="1" hangingPunct="1">
              <a:buClr>
                <a:schemeClr val="tx2"/>
              </a:buClr>
              <a:defRPr kumimoji="1" baseline="0">
                <a:latin typeface="+mn-lt"/>
              </a:defRPr>
            </a:lvl1pPr>
            <a:lvl2pPr marL="193675" lvl="1" indent="-192088" defTabSz="895350" eaLnBrk="1" hangingPunct="1">
              <a:buClr>
                <a:schemeClr val="tx2"/>
              </a:buClr>
              <a:buSzPct val="125000"/>
              <a:buFont typeface="Arial" charset="0"/>
              <a:buChar char="▪"/>
              <a:defRPr kumimoji="1" baseline="0">
                <a:latin typeface="+mn-lt"/>
              </a:defRPr>
            </a:lvl2pPr>
            <a:lvl3pPr marL="457200" lvl="2" indent="-261938" defTabSz="895350" eaLnBrk="1" hangingPunct="1">
              <a:buClr>
                <a:schemeClr val="tx2"/>
              </a:buClr>
              <a:buSzPct val="120000"/>
              <a:buFont typeface="Arial" charset="0"/>
              <a:buChar char="–"/>
              <a:defRPr kumimoji="1" baseline="0">
                <a:latin typeface="+mn-lt"/>
              </a:defRPr>
            </a:lvl3pPr>
            <a:lvl4pPr marL="614363" lvl="3" indent="-155575" defTabSz="895350" eaLnBrk="1" hangingPunct="1">
              <a:buClr>
                <a:schemeClr val="tx2"/>
              </a:buClr>
              <a:buSzPct val="120000"/>
              <a:buFont typeface="Arial" charset="0"/>
              <a:buChar char="▫"/>
              <a:defRPr kumimoji="1" baseline="0">
                <a:latin typeface="+mn-lt"/>
              </a:defRPr>
            </a:lvl4pPr>
            <a:lvl5pPr marL="749808" lvl="4" indent="-130175" defTabSz="895350" eaLnBrk="1" hangingPunct="1">
              <a:buClr>
                <a:schemeClr val="tx2"/>
              </a:buClr>
              <a:buSzPct val="89000"/>
              <a:buFont typeface="Arial" charset="0"/>
              <a:buChar char="-"/>
              <a:defRPr kumimoji="1" baseline="0">
                <a:latin typeface="+mn-lt"/>
              </a:defRPr>
            </a:lvl5pPr>
            <a:lvl6pPr marL="749808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kumimoji="1" baseline="0">
                <a:latin typeface="+mn-lt"/>
              </a:defRPr>
            </a:lvl6pPr>
            <a:lvl7pPr marL="749808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kumimoji="1" baseline="0">
                <a:latin typeface="+mn-lt"/>
              </a:defRPr>
            </a:lvl7pPr>
            <a:lvl8pPr marL="749808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kumimoji="1" baseline="0">
                <a:latin typeface="+mn-lt"/>
              </a:defRPr>
            </a:lvl8pPr>
            <a:lvl9pPr marL="749808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kumimoji="1" baseline="0">
                <a:latin typeface="+mn-lt"/>
              </a:defRPr>
            </a:lvl9pPr>
          </a:lstStyle>
          <a:p>
            <a:r>
              <a:rPr lang="ja-JP" altLang="en-US" sz="1600" b="1" baseline="0">
                <a:latin typeface="+mn-lt"/>
                <a:ea typeface="+mn-ea"/>
              </a:rPr>
              <a:t>提議の意義</a:t>
            </a:r>
          </a:p>
        </p:txBody>
      </p:sp>
      <p:cxnSp>
        <p:nvCxnSpPr>
          <p:cNvPr id="58" name="直線コネクタ 57">
            <a:extLst>
              <a:ext uri="{FF2B5EF4-FFF2-40B4-BE49-F238E27FC236}">
                <a16:creationId xmlns:a16="http://schemas.microsoft.com/office/drawing/2014/main" id="{1B6D1D6B-42EB-48C6-98F8-37C6E90977B2}"/>
              </a:ext>
            </a:extLst>
          </p:cNvPr>
          <p:cNvCxnSpPr/>
          <p:nvPr userDrawn="1"/>
        </p:nvCxnSpPr>
        <p:spPr>
          <a:xfrm>
            <a:off x="0" y="1262528"/>
            <a:ext cx="12192000" cy="0"/>
          </a:xfrm>
          <a:prstGeom prst="line">
            <a:avLst/>
          </a:prstGeom>
          <a:ln w="3175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1. On-page tracker">
            <a:extLst>
              <a:ext uri="{FF2B5EF4-FFF2-40B4-BE49-F238E27FC236}">
                <a16:creationId xmlns:a16="http://schemas.microsoft.com/office/drawing/2014/main" id="{5605C146-CBAF-4311-800D-F0A5795FD11D}"/>
              </a:ext>
            </a:extLst>
          </p:cNvPr>
          <p:cNvSpPr>
            <a:spLocks noGrp="1"/>
          </p:cNvSpPr>
          <p:nvPr userDrawn="1">
            <p:ph type="body" sz="quarter" idx="18" hasCustomPrompt="1"/>
            <p:custDataLst>
              <p:tags r:id="rId8"/>
            </p:custDataLst>
          </p:nvPr>
        </p:nvSpPr>
        <p:spPr>
          <a:xfrm>
            <a:off x="9936000" y="832570"/>
            <a:ext cx="1951200" cy="215742"/>
          </a:xfrm>
          <a:prstGeom prst="rect">
            <a:avLst/>
          </a:prstGeom>
        </p:spPr>
        <p:txBody>
          <a:bodyPr wrap="square"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ja-JP"/>
              <a:t>Chapter › Topic</a:t>
            </a:r>
          </a:p>
        </p:txBody>
      </p:sp>
      <p:sp>
        <p:nvSpPr>
          <p:cNvPr id="62" name="テキスト プレースホルダー 4">
            <a:extLst>
              <a:ext uri="{FF2B5EF4-FFF2-40B4-BE49-F238E27FC236}">
                <a16:creationId xmlns:a16="http://schemas.microsoft.com/office/drawing/2014/main" id="{583F68BE-EF32-4ECF-B5AA-2360B81F0C60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738005" y="1904180"/>
            <a:ext cx="952022" cy="246220"/>
          </a:xfrm>
          <a:prstGeom prst="rect">
            <a:avLst/>
          </a:prstGeom>
          <a:solidFill>
            <a:srgbClr val="A6A6A6"/>
          </a:solidFill>
        </p:spPr>
        <p:txBody>
          <a:bodyPr wrap="square" tIns="0" bIns="180000"/>
          <a:lstStyle>
            <a:lvl2pPr marL="0" indent="0" algn="ctr">
              <a:buNone/>
              <a:defRPr b="1"/>
            </a:lvl2pPr>
            <a:lvl5pPr marL="466725" indent="0">
              <a:buNone/>
              <a:defRPr/>
            </a:lvl5pPr>
          </a:lstStyle>
          <a:p>
            <a:pPr lvl="1"/>
            <a:r>
              <a:rPr lang="en-US" altLang="ja-JP" sz="1600" kern="0">
                <a:solidFill>
                  <a:schemeClr val="tx1"/>
                </a:solidFill>
                <a:latin typeface="+mn-lt"/>
                <a:ea typeface="+mn-ea"/>
              </a:rPr>
              <a:t>XXX</a:t>
            </a:r>
            <a:endParaRPr lang="en-US" altLang="ja-JP">
              <a:latin typeface="+mn-lt"/>
              <a:ea typeface="+mn-ea"/>
            </a:endParaRPr>
          </a:p>
        </p:txBody>
      </p:sp>
      <p:sp>
        <p:nvSpPr>
          <p:cNvPr id="63" name="テキスト プレースホルダー 4">
            <a:extLst>
              <a:ext uri="{FF2B5EF4-FFF2-40B4-BE49-F238E27FC236}">
                <a16:creationId xmlns:a16="http://schemas.microsoft.com/office/drawing/2014/main" id="{9C32D9C9-E286-47A9-9650-632054DD7BBB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802814" y="1904180"/>
            <a:ext cx="952022" cy="246220"/>
          </a:xfrm>
          <a:prstGeom prst="rect">
            <a:avLst/>
          </a:prstGeom>
          <a:solidFill>
            <a:srgbClr val="A6A6A6"/>
          </a:solidFill>
        </p:spPr>
        <p:txBody>
          <a:bodyPr wrap="square" tIns="0" bIns="180000"/>
          <a:lstStyle>
            <a:lvl2pPr marL="0" indent="0" algn="ctr">
              <a:buNone/>
              <a:defRPr b="1"/>
            </a:lvl2pPr>
            <a:lvl5pPr marL="466725" indent="0">
              <a:buNone/>
              <a:defRPr/>
            </a:lvl5pPr>
          </a:lstStyle>
          <a:p>
            <a:pPr lvl="1"/>
            <a:r>
              <a:rPr lang="en-US" altLang="ja-JP" sz="1600" kern="0">
                <a:solidFill>
                  <a:schemeClr val="tx1"/>
                </a:solidFill>
                <a:latin typeface="+mn-lt"/>
                <a:ea typeface="+mn-ea"/>
              </a:rPr>
              <a:t>XXX</a:t>
            </a:r>
            <a:endParaRPr lang="en-US" altLang="ja-JP">
              <a:latin typeface="+mn-lt"/>
              <a:ea typeface="+mn-ea"/>
            </a:endParaRPr>
          </a:p>
        </p:txBody>
      </p:sp>
      <p:sp>
        <p:nvSpPr>
          <p:cNvPr id="66" name="テキスト プレースホルダー 4">
            <a:extLst>
              <a:ext uri="{FF2B5EF4-FFF2-40B4-BE49-F238E27FC236}">
                <a16:creationId xmlns:a16="http://schemas.microsoft.com/office/drawing/2014/main" id="{3EB7F5F3-7901-4C45-9734-AFCA4A1D35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867623" y="1904180"/>
            <a:ext cx="2353042" cy="246220"/>
          </a:xfrm>
          <a:prstGeom prst="rect">
            <a:avLst/>
          </a:prstGeom>
          <a:solidFill>
            <a:srgbClr val="A6A6A6"/>
          </a:solidFill>
        </p:spPr>
        <p:txBody>
          <a:bodyPr wrap="square" tIns="0" bIns="180000"/>
          <a:lstStyle>
            <a:lvl2pPr marL="0" indent="0" algn="ctr">
              <a:buNone/>
              <a:defRPr b="1"/>
            </a:lvl2pPr>
            <a:lvl5pPr marL="466725" indent="0">
              <a:buNone/>
              <a:defRPr/>
            </a:lvl5pPr>
          </a:lstStyle>
          <a:p>
            <a:pPr lvl="1"/>
            <a:r>
              <a:rPr lang="en-US" altLang="ja-JP" sz="1600" kern="0">
                <a:solidFill>
                  <a:schemeClr val="tx1"/>
                </a:solidFill>
                <a:latin typeface="+mn-lt"/>
                <a:ea typeface="+mn-ea"/>
              </a:rPr>
              <a:t>XXX</a:t>
            </a:r>
            <a:endParaRPr lang="en-US" altLang="ja-JP">
              <a:latin typeface="+mn-lt"/>
              <a:ea typeface="+mn-ea"/>
            </a:endParaRPr>
          </a:p>
        </p:txBody>
      </p:sp>
      <p:sp>
        <p:nvSpPr>
          <p:cNvPr id="67" name="テキスト プレースホルダー 4">
            <a:extLst>
              <a:ext uri="{FF2B5EF4-FFF2-40B4-BE49-F238E27FC236}">
                <a16:creationId xmlns:a16="http://schemas.microsoft.com/office/drawing/2014/main" id="{B0DCA83B-884F-4E42-94FA-A17F1CE0F15B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0333451" y="1904180"/>
            <a:ext cx="1258184" cy="246220"/>
          </a:xfrm>
          <a:prstGeom prst="rect">
            <a:avLst/>
          </a:prstGeom>
          <a:solidFill>
            <a:srgbClr val="A6A6A6"/>
          </a:solidFill>
        </p:spPr>
        <p:txBody>
          <a:bodyPr wrap="square" tIns="0" bIns="180000"/>
          <a:lstStyle>
            <a:lvl2pPr marL="0" indent="0" algn="ctr">
              <a:buNone/>
              <a:defRPr b="1"/>
            </a:lvl2pPr>
            <a:lvl5pPr marL="466725" indent="0">
              <a:buNone/>
              <a:defRPr/>
            </a:lvl5pPr>
          </a:lstStyle>
          <a:p>
            <a:pPr lvl="1"/>
            <a:r>
              <a:rPr lang="en-US" altLang="ja-JP" sz="1600" kern="0">
                <a:solidFill>
                  <a:schemeClr val="tx1"/>
                </a:solidFill>
                <a:latin typeface="+mn-lt"/>
                <a:ea typeface="+mn-ea"/>
              </a:rPr>
              <a:t>XXX</a:t>
            </a:r>
            <a:endParaRPr lang="en-US" altLang="ja-JP">
              <a:latin typeface="+mn-lt"/>
              <a:ea typeface="+mn-ea"/>
            </a:endParaRPr>
          </a:p>
        </p:txBody>
      </p:sp>
      <p:sp>
        <p:nvSpPr>
          <p:cNvPr id="46" name="Title 15">
            <a:extLst>
              <a:ext uri="{FF2B5EF4-FFF2-40B4-BE49-F238E27FC236}">
                <a16:creationId xmlns:a16="http://schemas.microsoft.com/office/drawing/2014/main" id="{B1DC34B8-E61D-4179-A5A0-98BF3D33553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3371" y="238567"/>
            <a:ext cx="9042912" cy="578815"/>
          </a:xfrm>
          <a:prstGeom prst="rect">
            <a:avLst/>
          </a:prstGeom>
        </p:spPr>
        <p:txBody>
          <a:bodyPr vert="horz" anchor="ctr"/>
          <a:lstStyle>
            <a:lvl1pPr>
              <a:defRPr lang="ja-JP" altLang="en-US" sz="2400" smtClean="0">
                <a:latin typeface="+mn-ea"/>
              </a:defRPr>
            </a:lvl1pPr>
          </a:lstStyle>
          <a:p>
            <a:r>
              <a:rPr lang="ja-JP" altLang="en-US" sz="2400">
                <a:latin typeface="+mn-ea"/>
                <a:ea typeface="+mn-ea"/>
              </a:rPr>
              <a:t>本日の協議事項</a:t>
            </a:r>
            <a:r>
              <a:rPr lang="en-US" altLang="ja-JP" sz="2400">
                <a:latin typeface="+mn-ea"/>
                <a:ea typeface="+mn-ea"/>
              </a:rPr>
              <a:t>: XXXXXXXXXX</a:t>
            </a:r>
            <a:r>
              <a:rPr lang="ja-JP" altLang="en-US" sz="2400">
                <a:latin typeface="+mn-ea"/>
                <a:ea typeface="+mn-ea"/>
              </a:rPr>
              <a:t>について</a:t>
            </a:r>
            <a:r>
              <a:rPr lang="en-US" altLang="ja-JP" sz="2400">
                <a:latin typeface="+mn-ea"/>
                <a:ea typeface="+mn-ea"/>
              </a:rPr>
              <a:t>XXXXXXXXXXXXX</a:t>
            </a:r>
            <a:r>
              <a:rPr lang="ja-JP" altLang="en-US" sz="2400">
                <a:latin typeface="+mn-ea"/>
                <a:ea typeface="+mn-ea"/>
              </a:rPr>
              <a:t>を計画（実行）する件の承認（討議、決議）のお願い</a:t>
            </a:r>
            <a:endParaRPr kumimoji="1" lang="ru-RU"/>
          </a:p>
        </p:txBody>
      </p:sp>
      <p:sp>
        <p:nvSpPr>
          <p:cNvPr id="47" name="テキスト プレースホルダー 4">
            <a:extLst>
              <a:ext uri="{FF2B5EF4-FFF2-40B4-BE49-F238E27FC236}">
                <a16:creationId xmlns:a16="http://schemas.microsoft.com/office/drawing/2014/main" id="{5A81ADCA-303E-4D36-8AD4-6FD1230F4F7C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382303" y="4606332"/>
            <a:ext cx="2496797" cy="559930"/>
          </a:xfrm>
          <a:prstGeom prst="rect">
            <a:avLst/>
          </a:prstGeom>
        </p:spPr>
        <p:txBody>
          <a:bodyPr/>
          <a:lstStyle>
            <a:lvl1pPr>
              <a:defRPr b="1"/>
            </a:lvl1pPr>
            <a:lvl2pPr marL="0" indent="0">
              <a:buNone/>
              <a:defRPr/>
            </a:lvl2pPr>
            <a:lvl5pPr marL="466725" indent="0">
              <a:buNone/>
              <a:defRPr/>
            </a:lvl5pPr>
          </a:lstStyle>
          <a:p>
            <a:r>
              <a:rPr lang="ja-JP" altLang="en-US" sz="1600">
                <a:latin typeface="+mn-ea"/>
                <a:ea typeface="+mn-ea"/>
              </a:rPr>
              <a:t>前回会議の承認内容</a:t>
            </a:r>
            <a:br>
              <a:rPr lang="en-US" altLang="ja-JP" sz="1600">
                <a:latin typeface="+mn-ea"/>
                <a:ea typeface="+mn-ea"/>
              </a:rPr>
            </a:br>
            <a:r>
              <a:rPr lang="ja-JP" altLang="en-US" sz="1600">
                <a:latin typeface="+mn-ea"/>
                <a:ea typeface="+mn-ea"/>
              </a:rPr>
              <a:t>（</a:t>
            </a:r>
            <a:r>
              <a:rPr lang="en-US" altLang="ja-JP" sz="1600">
                <a:latin typeface="+mn-ea"/>
                <a:ea typeface="+mn-ea"/>
              </a:rPr>
              <a:t>What</a:t>
            </a:r>
            <a:r>
              <a:rPr lang="ja-JP" altLang="en-US" sz="1600">
                <a:latin typeface="+mn-ea"/>
                <a:ea typeface="+mn-ea"/>
              </a:rPr>
              <a:t>）</a:t>
            </a:r>
            <a:endParaRPr lang="en-US" altLang="ja-JP" sz="1600">
              <a:latin typeface="+mn-ea"/>
              <a:ea typeface="+mn-ea"/>
            </a:endParaRPr>
          </a:p>
        </p:txBody>
      </p:sp>
      <p:sp>
        <p:nvSpPr>
          <p:cNvPr id="84" name="テキスト プレースホルダー 4">
            <a:extLst>
              <a:ext uri="{FF2B5EF4-FFF2-40B4-BE49-F238E27FC236}">
                <a16:creationId xmlns:a16="http://schemas.microsoft.com/office/drawing/2014/main" id="{46B2E5E8-5E37-43F4-8EE5-72BA8B5F4F02}"/>
              </a:ext>
            </a:extLst>
          </p:cNvPr>
          <p:cNvSpPr>
            <a:spLocks noGrp="1"/>
          </p:cNvSpPr>
          <p:nvPr>
            <p:ph type="body" sz="quarter" idx="64" hasCustomPrompt="1"/>
          </p:nvPr>
        </p:nvSpPr>
        <p:spPr>
          <a:xfrm>
            <a:off x="382303" y="3251998"/>
            <a:ext cx="2578135" cy="559930"/>
          </a:xfrm>
          <a:prstGeom prst="rect">
            <a:avLst/>
          </a:prstGeom>
        </p:spPr>
        <p:txBody>
          <a:bodyPr/>
          <a:lstStyle>
            <a:lvl1pPr>
              <a:defRPr b="1"/>
            </a:lvl1pPr>
            <a:lvl2pPr marL="0" indent="0">
              <a:buNone/>
              <a:defRPr/>
            </a:lvl2pPr>
            <a:lvl5pPr marL="466725" indent="0">
              <a:buNone/>
              <a:defRPr/>
            </a:lvl5pPr>
          </a:lstStyle>
          <a:p>
            <a:r>
              <a:rPr lang="ja-JP" altLang="en-US" sz="1600" b="1">
                <a:latin typeface="+mn-ea"/>
                <a:ea typeface="+mn-ea"/>
              </a:rPr>
              <a:t>本取組みの目的・あるべき姿（</a:t>
            </a:r>
            <a:r>
              <a:rPr lang="en-US" altLang="ja-JP" sz="1600" b="1">
                <a:latin typeface="+mn-ea"/>
                <a:ea typeface="+mn-ea"/>
              </a:rPr>
              <a:t>What</a:t>
            </a:r>
            <a:r>
              <a:rPr lang="ja-JP" altLang="en-US" sz="1600" b="1">
                <a:latin typeface="+mn-ea"/>
                <a:ea typeface="+mn-ea"/>
              </a:rPr>
              <a:t>）</a:t>
            </a:r>
            <a:endParaRPr lang="en-US" altLang="ja-JP" sz="1600" b="1">
              <a:latin typeface="+mn-ea"/>
              <a:ea typeface="+mn-ea"/>
            </a:endParaRPr>
          </a:p>
        </p:txBody>
      </p:sp>
      <p:sp>
        <p:nvSpPr>
          <p:cNvPr id="85" name="テキスト プレースホルダー 4">
            <a:extLst>
              <a:ext uri="{FF2B5EF4-FFF2-40B4-BE49-F238E27FC236}">
                <a16:creationId xmlns:a16="http://schemas.microsoft.com/office/drawing/2014/main" id="{3B43884D-359A-488F-83BA-C9D76DC92B83}"/>
              </a:ext>
            </a:extLst>
          </p:cNvPr>
          <p:cNvSpPr>
            <a:spLocks noGrp="1"/>
          </p:cNvSpPr>
          <p:nvPr>
            <p:ph type="body" sz="quarter" idx="65" hasCustomPrompt="1"/>
          </p:nvPr>
        </p:nvSpPr>
        <p:spPr>
          <a:xfrm>
            <a:off x="382304" y="1790631"/>
            <a:ext cx="2512556" cy="455618"/>
          </a:xfrm>
          <a:prstGeom prst="rect">
            <a:avLst/>
          </a:prstGeom>
        </p:spPr>
        <p:txBody>
          <a:bodyPr/>
          <a:lstStyle>
            <a:lvl1pPr>
              <a:defRPr b="1"/>
            </a:lvl1pPr>
            <a:lvl2pPr marL="0" indent="0">
              <a:buNone/>
              <a:defRPr/>
            </a:lvl2pPr>
            <a:lvl5pPr marL="466725" indent="0">
              <a:buNone/>
              <a:defRPr/>
            </a:lvl5pPr>
          </a:lstStyle>
          <a:p>
            <a:r>
              <a:rPr lang="ja-JP" altLang="en-US" sz="1600" b="1">
                <a:latin typeface="+mn-ea"/>
                <a:ea typeface="+mn-ea"/>
              </a:rPr>
              <a:t>問題意識（</a:t>
            </a:r>
            <a:r>
              <a:rPr lang="en-US" altLang="ja-JP" sz="1600" b="1">
                <a:latin typeface="+mn-ea"/>
                <a:ea typeface="+mn-ea"/>
              </a:rPr>
              <a:t>Why</a:t>
            </a:r>
            <a:r>
              <a:rPr lang="ja-JP" altLang="en-US" sz="1600" b="1">
                <a:latin typeface="+mn-ea"/>
                <a:ea typeface="+mn-ea"/>
              </a:rPr>
              <a:t>）</a:t>
            </a:r>
            <a:endParaRPr lang="en-US" altLang="ja-JP" sz="1600" b="1"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7411223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　E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図 6">
            <a:extLst>
              <a:ext uri="{FF2B5EF4-FFF2-40B4-BE49-F238E27FC236}">
                <a16:creationId xmlns:a16="http://schemas.microsoft.com/office/drawing/2014/main" id="{97A6221B-17CC-413E-B669-B33BD95569C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-1" b="-1"/>
          <a:stretch/>
        </p:blipFill>
        <p:spPr>
          <a:xfrm>
            <a:off x="0" y="0"/>
            <a:ext cx="12193200" cy="6862052"/>
          </a:xfrm>
          <a:prstGeom prst="rect">
            <a:avLst/>
          </a:prstGeom>
        </p:spPr>
      </p:pic>
      <p:pic>
        <p:nvPicPr>
          <p:cNvPr id="13" name="グラフィックス 12">
            <a:hlinkClick r:id="rId3"/>
            <a:extLst>
              <a:ext uri="{FF2B5EF4-FFF2-40B4-BE49-F238E27FC236}">
                <a16:creationId xmlns:a16="http://schemas.microsoft.com/office/drawing/2014/main" id="{12E62095-7F7E-4F72-8E9C-E74EBF23F73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14563" y="3940078"/>
            <a:ext cx="2362874" cy="1173863"/>
          </a:xfrm>
          <a:prstGeom prst="rect">
            <a:avLst/>
          </a:prstGeom>
        </p:spPr>
      </p:pic>
      <p:cxnSp>
        <p:nvCxnSpPr>
          <p:cNvPr id="14" name="直線コネクタ 13">
            <a:extLst>
              <a:ext uri="{FF2B5EF4-FFF2-40B4-BE49-F238E27FC236}">
                <a16:creationId xmlns:a16="http://schemas.microsoft.com/office/drawing/2014/main" id="{B3139D80-ED18-4A2B-9329-4BBC8F53C30D}"/>
              </a:ext>
            </a:extLst>
          </p:cNvPr>
          <p:cNvCxnSpPr>
            <a:cxnSpLocks/>
          </p:cNvCxnSpPr>
          <p:nvPr userDrawn="1"/>
        </p:nvCxnSpPr>
        <p:spPr>
          <a:xfrm>
            <a:off x="3065533" y="3473698"/>
            <a:ext cx="6060934" cy="0"/>
          </a:xfrm>
          <a:prstGeom prst="line">
            <a:avLst/>
          </a:prstGeom>
          <a:ln w="19050">
            <a:solidFill>
              <a:srgbClr val="002F6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グラフィックス 15">
            <a:extLst>
              <a:ext uri="{FF2B5EF4-FFF2-40B4-BE49-F238E27FC236}">
                <a16:creationId xmlns:a16="http://schemas.microsoft.com/office/drawing/2014/main" id="{10EDE6C7-2E7A-47C0-825B-E4A42ABF17B1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b="66236"/>
          <a:stretch/>
        </p:blipFill>
        <p:spPr>
          <a:xfrm>
            <a:off x="3704339" y="1842637"/>
            <a:ext cx="4783322" cy="349330"/>
          </a:xfrm>
          <a:prstGeom prst="rect">
            <a:avLst/>
          </a:prstGeom>
        </p:spPr>
      </p:pic>
      <p:sp>
        <p:nvSpPr>
          <p:cNvPr id="6" name="TextBox 29">
            <a:extLst>
              <a:ext uri="{FF2B5EF4-FFF2-40B4-BE49-F238E27FC236}">
                <a16:creationId xmlns:a16="http://schemas.microsoft.com/office/drawing/2014/main" id="{30B3E708-E9EE-40F4-BB35-AA483074674E}"/>
              </a:ext>
            </a:extLst>
          </p:cNvPr>
          <p:cNvSpPr txBox="1"/>
          <p:nvPr userDrawn="1"/>
        </p:nvSpPr>
        <p:spPr>
          <a:xfrm>
            <a:off x="334033" y="6545171"/>
            <a:ext cx="4644000" cy="153888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>
              <a:defRPr/>
            </a:pPr>
            <a:r>
              <a:rPr lang="en-US" altLang="ja-JP" sz="1000" baseline="0">
                <a:solidFill>
                  <a:schemeClr val="bg1"/>
                </a:solidFill>
                <a:latin typeface="+mn-lt"/>
                <a:ea typeface="+mn-ea"/>
              </a:rPr>
              <a:t>© FURUKAWA ELECTRIC CO., LTD. </a:t>
            </a:r>
          </a:p>
        </p:txBody>
      </p:sp>
      <p:pic>
        <p:nvPicPr>
          <p:cNvPr id="12" name="グラフィックス 11">
            <a:extLst>
              <a:ext uri="{FF2B5EF4-FFF2-40B4-BE49-F238E27FC236}">
                <a16:creationId xmlns:a16="http://schemas.microsoft.com/office/drawing/2014/main" id="{E0908757-0C64-F118-41C9-2455C52AF9B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044273" y="2377925"/>
            <a:ext cx="2103454" cy="5286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281542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　END（English）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図 6">
            <a:extLst>
              <a:ext uri="{FF2B5EF4-FFF2-40B4-BE49-F238E27FC236}">
                <a16:creationId xmlns:a16="http://schemas.microsoft.com/office/drawing/2014/main" id="{97A6221B-17CC-413E-B669-B33BD95569C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-1" b="-1"/>
          <a:stretch/>
        </p:blipFill>
        <p:spPr>
          <a:xfrm>
            <a:off x="0" y="0"/>
            <a:ext cx="12193200" cy="6862052"/>
          </a:xfrm>
          <a:prstGeom prst="rect">
            <a:avLst/>
          </a:prstGeom>
        </p:spPr>
      </p:pic>
      <p:pic>
        <p:nvPicPr>
          <p:cNvPr id="3" name="グラフィックス 2">
            <a:extLst>
              <a:ext uri="{FF2B5EF4-FFF2-40B4-BE49-F238E27FC236}">
                <a16:creationId xmlns:a16="http://schemas.microsoft.com/office/drawing/2014/main" id="{EDF65554-3083-68D9-8C17-2582C8E2C53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17689" y="3940078"/>
            <a:ext cx="2956623" cy="1257790"/>
          </a:xfrm>
          <a:prstGeom prst="rect">
            <a:avLst/>
          </a:prstGeom>
        </p:spPr>
      </p:pic>
      <p:cxnSp>
        <p:nvCxnSpPr>
          <p:cNvPr id="14" name="直線コネクタ 13">
            <a:extLst>
              <a:ext uri="{FF2B5EF4-FFF2-40B4-BE49-F238E27FC236}">
                <a16:creationId xmlns:a16="http://schemas.microsoft.com/office/drawing/2014/main" id="{B3139D80-ED18-4A2B-9329-4BBC8F53C30D}"/>
              </a:ext>
            </a:extLst>
          </p:cNvPr>
          <p:cNvCxnSpPr>
            <a:cxnSpLocks/>
          </p:cNvCxnSpPr>
          <p:nvPr userDrawn="1"/>
        </p:nvCxnSpPr>
        <p:spPr>
          <a:xfrm>
            <a:off x="3065533" y="3473698"/>
            <a:ext cx="6060934" cy="0"/>
          </a:xfrm>
          <a:prstGeom prst="line">
            <a:avLst/>
          </a:prstGeom>
          <a:ln w="19050">
            <a:solidFill>
              <a:srgbClr val="002F6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29">
            <a:extLst>
              <a:ext uri="{FF2B5EF4-FFF2-40B4-BE49-F238E27FC236}">
                <a16:creationId xmlns:a16="http://schemas.microsoft.com/office/drawing/2014/main" id="{30B3E708-E9EE-40F4-BB35-AA483074674E}"/>
              </a:ext>
            </a:extLst>
          </p:cNvPr>
          <p:cNvSpPr txBox="1"/>
          <p:nvPr userDrawn="1"/>
        </p:nvSpPr>
        <p:spPr>
          <a:xfrm>
            <a:off x="334033" y="6545171"/>
            <a:ext cx="4644000" cy="153888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>
              <a:defRPr/>
            </a:pPr>
            <a:r>
              <a:rPr lang="en-US" altLang="ja-JP" sz="1000" baseline="0">
                <a:solidFill>
                  <a:schemeClr val="bg1"/>
                </a:solidFill>
                <a:latin typeface="+mn-lt"/>
                <a:ea typeface="+mn-ea"/>
              </a:rPr>
              <a:t>© FURUKAWA ELECTRIC CO., LTD. </a:t>
            </a:r>
          </a:p>
        </p:txBody>
      </p:sp>
      <p:pic>
        <p:nvPicPr>
          <p:cNvPr id="9" name="グラフィックス 8">
            <a:extLst>
              <a:ext uri="{FF2B5EF4-FFF2-40B4-BE49-F238E27FC236}">
                <a16:creationId xmlns:a16="http://schemas.microsoft.com/office/drawing/2014/main" id="{D1F262DC-255A-804F-A0E6-B8C71DB0E7B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044273" y="2377925"/>
            <a:ext cx="2103454" cy="5286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556442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　補足資料_Appendi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29">
            <a:extLst>
              <a:ext uri="{FF2B5EF4-FFF2-40B4-BE49-F238E27FC236}">
                <a16:creationId xmlns:a16="http://schemas.microsoft.com/office/drawing/2014/main" id="{A38773C7-E221-4810-BB16-CC7AA5FD86BB}"/>
              </a:ext>
            </a:extLst>
          </p:cNvPr>
          <p:cNvSpPr txBox="1"/>
          <p:nvPr userDrawn="1"/>
        </p:nvSpPr>
        <p:spPr>
          <a:xfrm>
            <a:off x="210816" y="6545171"/>
            <a:ext cx="4644000" cy="153888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>
              <a:defRPr/>
            </a:pPr>
            <a:r>
              <a:rPr lang="en-US" altLang="ja-JP" sz="1000" baseline="0">
                <a:solidFill>
                  <a:schemeClr val="bg1"/>
                </a:solidFill>
                <a:latin typeface="+mn-lt"/>
                <a:ea typeface="+mn-ea"/>
              </a:rPr>
              <a:t>© FURUKAWA ELECTRIC CO., LTD. </a:t>
            </a:r>
          </a:p>
        </p:txBody>
      </p:sp>
      <p:sp>
        <p:nvSpPr>
          <p:cNvPr id="7" name="Text Placeholder 9">
            <a:extLst>
              <a:ext uri="{FF2B5EF4-FFF2-40B4-BE49-F238E27FC236}">
                <a16:creationId xmlns:a16="http://schemas.microsoft.com/office/drawing/2014/main" id="{E7B58BA3-4EBF-497F-8EBD-139F42A8853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084908" y="2403624"/>
            <a:ext cx="6022183" cy="511408"/>
          </a:xfrm>
          <a:prstGeom prst="rect">
            <a:avLst/>
          </a:prstGeom>
        </p:spPr>
        <p:txBody>
          <a:bodyPr wrap="none" anchor="b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 sz="2800" b="1" baseline="0">
                <a:solidFill>
                  <a:schemeClr val="accent3">
                    <a:lumMod val="50000"/>
                  </a:schemeClr>
                </a:solidFill>
                <a:latin typeface="+mj-lt"/>
                <a:ea typeface="+mj-ea"/>
              </a:defRPr>
            </a:lvl1pPr>
          </a:lstStyle>
          <a:p>
            <a:r>
              <a:rPr lang="ja-JP" altLang="en-US"/>
              <a:t>　補足資料 </a:t>
            </a:r>
            <a:r>
              <a:rPr lang="en-US" altLang="ja-JP"/>
              <a:t>-</a:t>
            </a:r>
            <a:r>
              <a:rPr lang="ja-JP" altLang="en-US"/>
              <a:t> </a:t>
            </a:r>
            <a:r>
              <a:rPr lang="en-US" altLang="ja-JP"/>
              <a:t>Appendix</a:t>
            </a:r>
            <a:endParaRPr lang="ja-JP" altLang="en-US"/>
          </a:p>
        </p:txBody>
      </p:sp>
      <p:cxnSp>
        <p:nvCxnSpPr>
          <p:cNvPr id="8" name="直線コネクタ 7">
            <a:extLst>
              <a:ext uri="{FF2B5EF4-FFF2-40B4-BE49-F238E27FC236}">
                <a16:creationId xmlns:a16="http://schemas.microsoft.com/office/drawing/2014/main" id="{0DF182FD-69C6-455C-8528-F39285E1D918}"/>
              </a:ext>
            </a:extLst>
          </p:cNvPr>
          <p:cNvCxnSpPr/>
          <p:nvPr userDrawn="1"/>
        </p:nvCxnSpPr>
        <p:spPr>
          <a:xfrm>
            <a:off x="3084908" y="2915032"/>
            <a:ext cx="6022183" cy="0"/>
          </a:xfrm>
          <a:prstGeom prst="line">
            <a:avLst/>
          </a:prstGeom>
          <a:ln w="3175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図 8">
            <a:extLst>
              <a:ext uri="{FF2B5EF4-FFF2-40B4-BE49-F238E27FC236}">
                <a16:creationId xmlns:a16="http://schemas.microsoft.com/office/drawing/2014/main" id="{B82B9129-E8C7-4CDB-BE13-8EE4AC83C7C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86940" t="12791" b="25699"/>
          <a:stretch/>
        </p:blipFill>
        <p:spPr>
          <a:xfrm rot="10800000">
            <a:off x="0" y="0"/>
            <a:ext cx="2058976" cy="6858000"/>
          </a:xfrm>
          <a:prstGeom prst="rect">
            <a:avLst/>
          </a:prstGeom>
        </p:spPr>
      </p:pic>
      <p:sp>
        <p:nvSpPr>
          <p:cNvPr id="11" name="TextBox 29">
            <a:extLst>
              <a:ext uri="{FF2B5EF4-FFF2-40B4-BE49-F238E27FC236}">
                <a16:creationId xmlns:a16="http://schemas.microsoft.com/office/drawing/2014/main" id="{02B61DC7-6D6F-4B40-886C-D8D1A56E0D9A}"/>
              </a:ext>
            </a:extLst>
          </p:cNvPr>
          <p:cNvSpPr txBox="1"/>
          <p:nvPr userDrawn="1"/>
        </p:nvSpPr>
        <p:spPr>
          <a:xfrm>
            <a:off x="334033" y="6545171"/>
            <a:ext cx="4644000" cy="153888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>
              <a:defRPr/>
            </a:pPr>
            <a:r>
              <a:rPr lang="en-US" altLang="ja-JP" sz="1000" baseline="0">
                <a:solidFill>
                  <a:schemeClr val="accent4"/>
                </a:solidFill>
                <a:latin typeface="+mn-lt"/>
                <a:ea typeface="+mn-ea"/>
              </a:rPr>
              <a:t>© FURUKAWA ELECTRIC CO., LTD. 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CF4CDC29-B14A-4EBC-BFD2-4CA975E7A6C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084908" y="3189661"/>
            <a:ext cx="6022183" cy="1230530"/>
          </a:xfrm>
          <a:prstGeom prst="rect">
            <a:avLst/>
          </a:prstGeom>
        </p:spPr>
        <p:txBody>
          <a:bodyPr wrap="square">
            <a:spAutoFit/>
          </a:bodyPr>
          <a:lstStyle>
            <a:lvl1pPr algn="ctr">
              <a:defRPr/>
            </a:lvl1pPr>
          </a:lstStyle>
          <a:p>
            <a:pPr>
              <a:lnSpc>
                <a:spcPct val="150000"/>
              </a:lnSpc>
            </a:pPr>
            <a:r>
              <a:rPr lang="ja-JP" altLang="en-US" sz="1600" b="0">
                <a:ea typeface="+mn-ea"/>
              </a:rPr>
              <a:t>補足資料　</a:t>
            </a:r>
            <a:r>
              <a:rPr lang="en-US" altLang="ja-JP" sz="1600" b="0">
                <a:ea typeface="+mn-ea"/>
              </a:rPr>
              <a:t>1 – Subheading 1</a:t>
            </a:r>
          </a:p>
          <a:p>
            <a:pPr>
              <a:lnSpc>
                <a:spcPct val="150000"/>
              </a:lnSpc>
            </a:pPr>
            <a:r>
              <a:rPr lang="ja-JP" altLang="en-US" sz="1600" b="0">
                <a:ea typeface="+mn-ea"/>
              </a:rPr>
              <a:t>補足資料　</a:t>
            </a:r>
            <a:r>
              <a:rPr lang="en-US" altLang="ja-JP" sz="1600" b="0">
                <a:ea typeface="+mn-ea"/>
              </a:rPr>
              <a:t>2 – Subheading 2</a:t>
            </a:r>
          </a:p>
          <a:p>
            <a:pPr>
              <a:lnSpc>
                <a:spcPct val="150000"/>
              </a:lnSpc>
            </a:pPr>
            <a:r>
              <a:rPr lang="ja-JP" altLang="en-US" sz="1600" b="0">
                <a:ea typeface="+mn-ea"/>
              </a:rPr>
              <a:t>補足資料　</a:t>
            </a:r>
            <a:r>
              <a:rPr lang="en-US" altLang="ja-JP" sz="1600" b="0">
                <a:ea typeface="+mn-ea"/>
              </a:rPr>
              <a:t>3 – Subheading 3</a:t>
            </a:r>
          </a:p>
        </p:txBody>
      </p:sp>
      <p:sp>
        <p:nvSpPr>
          <p:cNvPr id="13" name="Rectangle 6">
            <a:extLst>
              <a:ext uri="{FF2B5EF4-FFF2-40B4-BE49-F238E27FC236}">
                <a16:creationId xmlns:a16="http://schemas.microsoft.com/office/drawing/2014/main" id="{CCBB24A8-B571-40F3-9E5C-2E4EC899A384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860578" y="6546229"/>
            <a:ext cx="205184" cy="2000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defPPr>
              <a:defRPr lang="ja-JP"/>
            </a:defPPr>
            <a:lvl1pPr marL="0" algn="r" defTabSz="914400" rtl="0" eaLnBrk="1" latinLnBrk="0" hangingPunct="1">
              <a:defRPr kumimoji="1" sz="10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FAF75358-90CF-4CFC-A3A1-1392029DBAD6}" type="slidenum">
              <a:rPr lang="en-US" altLang="ja-JP" sz="1300" smtClean="0">
                <a:solidFill>
                  <a:schemeClr val="tx1"/>
                </a:solidFill>
              </a:rPr>
              <a:pPr>
                <a:defRPr/>
              </a:pPr>
              <a:t>‹#›</a:t>
            </a:fld>
            <a:endParaRPr lang="en-US" altLang="ja-JP" sz="13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601350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　補足資料01_Appendix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9B88FF36-9655-4DC7-B66C-77EA6524666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4936352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08" imgH="408" progId="TCLayout.ActiveDocument.1">
                  <p:embed/>
                </p:oleObj>
              </mc:Choice>
              <mc:Fallback>
                <p:oleObj name="think-cell Slide" r:id="rId3" imgW="408" imgH="408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9B88FF36-9655-4DC7-B66C-77EA6524666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Title 15">
            <a:extLst>
              <a:ext uri="{FF2B5EF4-FFF2-40B4-BE49-F238E27FC236}">
                <a16:creationId xmlns:a16="http://schemas.microsoft.com/office/drawing/2014/main" id="{9BF95DDC-3C53-417A-8F23-1739911E067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00" y="567601"/>
            <a:ext cx="11088000" cy="332399"/>
          </a:xfrm>
          <a:prstGeom prst="rect">
            <a:avLst/>
          </a:prstGeom>
        </p:spPr>
        <p:txBody>
          <a:bodyPr vert="horz" lIns="0"/>
          <a:lstStyle>
            <a:lvl1pPr>
              <a:defRPr/>
            </a:lvl1pPr>
          </a:lstStyle>
          <a:p>
            <a:r>
              <a:rPr lang="ja-JP" altLang="en-US"/>
              <a:t>タイトル</a:t>
            </a:r>
            <a:r>
              <a:rPr lang="en-US" altLang="ja-JP"/>
              <a:t> </a:t>
            </a:r>
            <a:r>
              <a:rPr lang="en-US" altLang="ja-JP">
                <a:solidFill>
                  <a:srgbClr val="404040"/>
                </a:solidFill>
              </a:rPr>
              <a:t>–Title</a:t>
            </a:r>
            <a:endParaRPr kumimoji="1" lang="ru-RU"/>
          </a:p>
        </p:txBody>
      </p:sp>
      <p:sp>
        <p:nvSpPr>
          <p:cNvPr id="22" name="Content Placeholder 21">
            <a:extLst>
              <a:ext uri="{FF2B5EF4-FFF2-40B4-BE49-F238E27FC236}">
                <a16:creationId xmlns:a16="http://schemas.microsoft.com/office/drawing/2014/main" id="{BFD0D73C-7199-4C9D-AE1D-A79D4E930755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540000" y="2017682"/>
            <a:ext cx="7442200" cy="1384995"/>
          </a:xfrm>
          <a:prstGeom prst="rect">
            <a:avLst/>
          </a:prstGeom>
        </p:spPr>
        <p:txBody>
          <a:bodyPr/>
          <a:lstStyle>
            <a:lvl1pPr fontAlgn="ctr">
              <a:spcAft>
                <a:spcPts val="300"/>
              </a:spcAft>
              <a:defRPr/>
            </a:lvl1pPr>
            <a:lvl2pPr fontAlgn="ctr">
              <a:spcAft>
                <a:spcPts val="300"/>
              </a:spcAft>
              <a:defRPr/>
            </a:lvl2pPr>
            <a:lvl3pPr fontAlgn="ctr">
              <a:spcAft>
                <a:spcPts val="300"/>
              </a:spcAft>
              <a:defRPr/>
            </a:lvl3pPr>
            <a:lvl4pPr fontAlgn="ctr">
              <a:spcAft>
                <a:spcPts val="300"/>
              </a:spcAft>
              <a:defRPr/>
            </a:lvl4pPr>
            <a:lvl5pPr marL="702000" indent="-234000">
              <a:spcAft>
                <a:spcPts val="300"/>
              </a:spcAft>
              <a:buSzPct val="60000"/>
              <a:buFont typeface="Wingdings" panose="05000000000000000000" pitchFamily="2" charset="2"/>
              <a:buChar char="p"/>
              <a:defRPr/>
            </a:lvl5pPr>
          </a:lstStyle>
          <a:p>
            <a:pPr lvl="0">
              <a:defRPr/>
            </a:pPr>
            <a:r>
              <a:rPr lang="ja-JP" altLang="en-US">
                <a:solidFill>
                  <a:srgbClr val="404040"/>
                </a:solidFill>
              </a:rPr>
              <a:t>段落</a:t>
            </a:r>
            <a:r>
              <a:rPr lang="en-US" altLang="ja-JP">
                <a:solidFill>
                  <a:srgbClr val="404040"/>
                </a:solidFill>
              </a:rPr>
              <a:t>(L1) – Paragraph Level 1</a:t>
            </a:r>
          </a:p>
          <a:p>
            <a:pPr lvl="1">
              <a:defRPr/>
            </a:pPr>
            <a:r>
              <a:rPr lang="ja-JP" altLang="en-US">
                <a:solidFill>
                  <a:srgbClr val="404040"/>
                </a:solidFill>
              </a:rPr>
              <a:t>段落</a:t>
            </a:r>
            <a:r>
              <a:rPr lang="en-US" altLang="ja-JP">
                <a:solidFill>
                  <a:srgbClr val="404040"/>
                </a:solidFill>
              </a:rPr>
              <a:t>(L2) – Paragraph Level 2</a:t>
            </a:r>
          </a:p>
          <a:p>
            <a:pPr lvl="2">
              <a:defRPr/>
            </a:pPr>
            <a:r>
              <a:rPr lang="ja-JP" altLang="en-US">
                <a:solidFill>
                  <a:srgbClr val="404040"/>
                </a:solidFill>
              </a:rPr>
              <a:t>段落</a:t>
            </a:r>
            <a:r>
              <a:rPr lang="en-US" altLang="ja-JP">
                <a:solidFill>
                  <a:srgbClr val="404040"/>
                </a:solidFill>
              </a:rPr>
              <a:t>(L3)  – Paragraph Level 3</a:t>
            </a:r>
          </a:p>
          <a:p>
            <a:pPr lvl="3">
              <a:defRPr/>
            </a:pPr>
            <a:r>
              <a:rPr lang="ja-JP" altLang="en-US">
                <a:solidFill>
                  <a:srgbClr val="404040"/>
                </a:solidFill>
              </a:rPr>
              <a:t>段落</a:t>
            </a:r>
            <a:r>
              <a:rPr lang="en-US" altLang="ja-JP">
                <a:solidFill>
                  <a:srgbClr val="404040"/>
                </a:solidFill>
              </a:rPr>
              <a:t>(L4) – Paragraph Level 4</a:t>
            </a:r>
            <a:endParaRPr lang="ru-RU" altLang="ja-JP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2E68E0E-5E4D-45F8-B386-6A8C452782E9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>
            <a:off x="540000" y="1008000"/>
            <a:ext cx="11088000" cy="276999"/>
          </a:xfrm>
          <a:prstGeom prst="rect">
            <a:avLst/>
          </a:prstGeom>
        </p:spPr>
        <p:txBody>
          <a:bodyPr vert="horz" lIns="0" tIns="0" rIns="0" bIns="0" rtlCol="0">
            <a:spAutoFit/>
          </a:bodyPr>
          <a:lstStyle>
            <a:lvl1pPr>
              <a:defRPr lang="ja-JP" altLang="en-US" baseline="0" smtClean="0"/>
            </a:lvl1pPr>
          </a:lstStyle>
          <a:p>
            <a:pPr>
              <a:spcAft>
                <a:spcPts val="300"/>
              </a:spcAft>
            </a:pPr>
            <a:r>
              <a:rPr lang="ja-JP" altLang="en-US"/>
              <a:t>メッセージ</a:t>
            </a:r>
            <a:r>
              <a:rPr lang="en-US" altLang="ja-JP"/>
              <a:t>-message</a:t>
            </a:r>
            <a:endParaRPr lang="en-US">
              <a:solidFill>
                <a:srgbClr val="404040"/>
              </a:solidFill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FEA1A41-BFF4-49D2-8E51-44AC27D301C5}"/>
              </a:ext>
            </a:extLst>
          </p:cNvPr>
          <p:cNvSpPr>
            <a:spLocks/>
          </p:cNvSpPr>
          <p:nvPr userDrawn="1"/>
        </p:nvSpPr>
        <p:spPr>
          <a:xfrm>
            <a:off x="0" y="6552000"/>
            <a:ext cx="12192000" cy="306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kumimoji="1" lang="ru-RU" sz="1000"/>
          </a:p>
        </p:txBody>
      </p:sp>
      <p:sp>
        <p:nvSpPr>
          <p:cNvPr id="18" name="Rectangle 6">
            <a:extLst>
              <a:ext uri="{FF2B5EF4-FFF2-40B4-BE49-F238E27FC236}">
                <a16:creationId xmlns:a16="http://schemas.microsoft.com/office/drawing/2014/main" id="{E29EFE0F-81A4-45B9-94C8-81C5DA679C43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1731056" y="6597279"/>
            <a:ext cx="218008" cy="2154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algn="r" eaLnBrk="1" hangingPunct="1">
              <a:defRPr sz="1400" baseline="0">
                <a:solidFill>
                  <a:srgbClr val="404040"/>
                </a:solidFill>
                <a:effectLst/>
                <a:latin typeface="+mn-lt"/>
                <a:ea typeface="+mn-ea"/>
              </a:defRPr>
            </a:lvl1pPr>
          </a:lstStyle>
          <a:p>
            <a:pPr>
              <a:defRPr/>
            </a:pPr>
            <a:fld id="{FAF75358-90CF-4CFC-A3A1-1392029DBAD6}" type="slidenum">
              <a:rPr lang="en-US" altLang="ja-JP" smtClean="0"/>
              <a:pPr>
                <a:defRPr/>
              </a:pPr>
              <a:t>‹#›</a:t>
            </a:fld>
            <a:endParaRPr lang="en-US" altLang="ja-JP"/>
          </a:p>
        </p:txBody>
      </p:sp>
      <p:sp>
        <p:nvSpPr>
          <p:cNvPr id="20" name="TextBox 10">
            <a:extLst>
              <a:ext uri="{FF2B5EF4-FFF2-40B4-BE49-F238E27FC236}">
                <a16:creationId xmlns:a16="http://schemas.microsoft.com/office/drawing/2014/main" id="{A747FCF2-270E-4901-925C-F7D89C65AA3E}"/>
              </a:ext>
            </a:extLst>
          </p:cNvPr>
          <p:cNvSpPr txBox="1"/>
          <p:nvPr userDrawn="1"/>
        </p:nvSpPr>
        <p:spPr>
          <a:xfrm>
            <a:off x="10833100" y="6628056"/>
            <a:ext cx="723900" cy="153888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/>
          <a:p>
            <a:pPr algn="r"/>
            <a:r>
              <a:rPr kumimoji="1" lang="ja-JP" altLang="en-US" sz="1000">
                <a:solidFill>
                  <a:srgbClr val="404040"/>
                </a:solidFill>
              </a:rPr>
              <a:t>補足資料</a:t>
            </a:r>
            <a:endParaRPr kumimoji="1" lang="ru-RU" sz="1000">
              <a:solidFill>
                <a:srgbClr val="404040"/>
              </a:solidFill>
            </a:endParaRPr>
          </a:p>
        </p:txBody>
      </p:sp>
      <p:sp>
        <p:nvSpPr>
          <p:cNvPr id="21" name="TextBox 29">
            <a:extLst>
              <a:ext uri="{FF2B5EF4-FFF2-40B4-BE49-F238E27FC236}">
                <a16:creationId xmlns:a16="http://schemas.microsoft.com/office/drawing/2014/main" id="{109B0973-FCFA-45B9-A0FC-53928C187361}"/>
              </a:ext>
            </a:extLst>
          </p:cNvPr>
          <p:cNvSpPr txBox="1"/>
          <p:nvPr userDrawn="1"/>
        </p:nvSpPr>
        <p:spPr>
          <a:xfrm>
            <a:off x="334033" y="6640267"/>
            <a:ext cx="4644000" cy="153888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>
              <a:defRPr/>
            </a:pPr>
            <a:r>
              <a:rPr lang="en-US" altLang="ja-JP" sz="1000" baseline="0">
                <a:solidFill>
                  <a:schemeClr val="tx1">
                    <a:lumMod val="75000"/>
                  </a:schemeClr>
                </a:solidFill>
                <a:latin typeface="+mn-lt"/>
                <a:ea typeface="+mn-ea"/>
              </a:rPr>
              <a:t>© FURUKAWA ELECTRIC CO., LTD. </a:t>
            </a:r>
          </a:p>
        </p:txBody>
      </p:sp>
    </p:spTree>
    <p:extLst>
      <p:ext uri="{BB962C8B-B14F-4D97-AF65-F5344CB8AC3E}">
        <p14:creationId xmlns:p14="http://schemas.microsoft.com/office/powerpoint/2010/main" val="111983162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　補足資料02_Appendix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9B88FF36-9655-4DC7-B66C-77EA6524666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78471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08" imgH="408" progId="TCLayout.ActiveDocument.1">
                  <p:embed/>
                </p:oleObj>
              </mc:Choice>
              <mc:Fallback>
                <p:oleObj name="think-cell Slide" r:id="rId4" imgW="408" imgH="408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9B88FF36-9655-4DC7-B66C-77EA6524666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tangleLight">
            <a:extLst>
              <a:ext uri="{FF2B5EF4-FFF2-40B4-BE49-F238E27FC236}">
                <a16:creationId xmlns:a16="http://schemas.microsoft.com/office/drawing/2014/main" id="{6280CA26-0A20-4FAC-9BE6-3204BE4F31C2}"/>
              </a:ext>
            </a:extLst>
          </p:cNvPr>
          <p:cNvSpPr/>
          <p:nvPr userDrawn="1">
            <p:custDataLst>
              <p:tags r:id="rId2"/>
            </p:custDataLst>
          </p:nvPr>
        </p:nvSpPr>
        <p:spPr bwMode="ltGray">
          <a:xfrm>
            <a:off x="8781416" y="-2"/>
            <a:ext cx="3410584" cy="6858001"/>
          </a:xfrm>
          <a:prstGeom prst="rect">
            <a:avLst/>
          </a:prstGeom>
          <a:solidFill>
            <a:srgbClr val="E6E6E6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ja-JP" sz="1800" b="0" i="0" u="none" strike="noStrike" kern="1200" cap="none" spc="0" normalizeH="0" baseline="0" noProof="0">
              <a:ln>
                <a:noFill/>
              </a:ln>
              <a:solidFill>
                <a:srgbClr val="F0F0F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2A1D1823-4F22-4AFE-9EE6-78AF61CE8F1D}"/>
              </a:ext>
            </a:extLst>
          </p:cNvPr>
          <p:cNvSpPr>
            <a:spLocks noGrp="1"/>
          </p:cNvSpPr>
          <p:nvPr>
            <p:ph type="dt" sz="half" idx="17"/>
          </p:nvPr>
        </p:nvSpPr>
        <p:spPr>
          <a:xfrm>
            <a:off x="9316708" y="3070445"/>
            <a:ext cx="2340000" cy="369332"/>
          </a:xfrm>
          <a:prstGeom prst="rect">
            <a:avLst/>
          </a:prstGeom>
        </p:spPr>
        <p:txBody>
          <a:bodyPr anchor="ctr">
            <a:spAutoFit/>
          </a:bodyPr>
          <a:lstStyle>
            <a:lvl1pPr>
              <a:defRPr baseline="0"/>
            </a:lvl1pPr>
          </a:lstStyle>
          <a:p>
            <a:r>
              <a:rPr lang="ja-JP" altLang="en-US"/>
              <a:t>メッセージ</a:t>
            </a:r>
            <a:r>
              <a:rPr lang="en-US" altLang="ja-JP"/>
              <a:t>-message</a:t>
            </a:r>
            <a:endParaRPr lang="ja-JP" altLang="en-US">
              <a:solidFill>
                <a:srgbClr val="404040"/>
              </a:solidFill>
            </a:endParaRPr>
          </a:p>
        </p:txBody>
      </p:sp>
      <p:sp>
        <p:nvSpPr>
          <p:cNvPr id="22" name="Content Placeholder 21">
            <a:extLst>
              <a:ext uri="{FF2B5EF4-FFF2-40B4-BE49-F238E27FC236}">
                <a16:creationId xmlns:a16="http://schemas.microsoft.com/office/drawing/2014/main" id="{BFD0D73C-7199-4C9D-AE1D-A79D4E930755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540000" y="1191361"/>
            <a:ext cx="7442200" cy="1384995"/>
          </a:xfrm>
          <a:prstGeom prst="rect">
            <a:avLst/>
          </a:prstGeom>
        </p:spPr>
        <p:txBody>
          <a:bodyPr/>
          <a:lstStyle>
            <a:lvl1pPr fontAlgn="ctr">
              <a:spcAft>
                <a:spcPts val="300"/>
              </a:spcAft>
              <a:defRPr/>
            </a:lvl1pPr>
            <a:lvl2pPr fontAlgn="ctr">
              <a:spcAft>
                <a:spcPts val="300"/>
              </a:spcAft>
              <a:defRPr/>
            </a:lvl2pPr>
            <a:lvl3pPr fontAlgn="ctr">
              <a:spcAft>
                <a:spcPts val="300"/>
              </a:spcAft>
              <a:defRPr/>
            </a:lvl3pPr>
            <a:lvl4pPr fontAlgn="ctr">
              <a:spcAft>
                <a:spcPts val="300"/>
              </a:spcAft>
              <a:defRPr/>
            </a:lvl4pPr>
            <a:lvl5pPr marL="702000" indent="-234000">
              <a:spcAft>
                <a:spcPts val="300"/>
              </a:spcAft>
              <a:buSzPct val="60000"/>
              <a:defRPr/>
            </a:lvl5pPr>
          </a:lstStyle>
          <a:p>
            <a:pPr lvl="0">
              <a:defRPr/>
            </a:pPr>
            <a:r>
              <a:rPr lang="ja-JP" altLang="en-US">
                <a:solidFill>
                  <a:srgbClr val="404040"/>
                </a:solidFill>
              </a:rPr>
              <a:t>段落</a:t>
            </a:r>
            <a:r>
              <a:rPr lang="en-US" altLang="ja-JP">
                <a:solidFill>
                  <a:srgbClr val="404040"/>
                </a:solidFill>
              </a:rPr>
              <a:t>(L1) – Paragraph Level 1</a:t>
            </a:r>
          </a:p>
          <a:p>
            <a:pPr lvl="1">
              <a:defRPr/>
            </a:pPr>
            <a:r>
              <a:rPr lang="ja-JP" altLang="en-US">
                <a:solidFill>
                  <a:srgbClr val="404040"/>
                </a:solidFill>
              </a:rPr>
              <a:t>段落</a:t>
            </a:r>
            <a:r>
              <a:rPr lang="en-US" altLang="ja-JP">
                <a:solidFill>
                  <a:srgbClr val="404040"/>
                </a:solidFill>
              </a:rPr>
              <a:t>(L2) – Paragraph Level 2</a:t>
            </a:r>
          </a:p>
          <a:p>
            <a:pPr lvl="2">
              <a:defRPr/>
            </a:pPr>
            <a:r>
              <a:rPr lang="ja-JP" altLang="en-US">
                <a:solidFill>
                  <a:srgbClr val="404040"/>
                </a:solidFill>
              </a:rPr>
              <a:t>段落</a:t>
            </a:r>
            <a:r>
              <a:rPr lang="en-US" altLang="ja-JP">
                <a:solidFill>
                  <a:srgbClr val="404040"/>
                </a:solidFill>
              </a:rPr>
              <a:t>(L3)  – Paragraph Level 3</a:t>
            </a:r>
          </a:p>
          <a:p>
            <a:pPr lvl="3">
              <a:defRPr/>
            </a:pPr>
            <a:r>
              <a:rPr lang="ja-JP" altLang="en-US">
                <a:solidFill>
                  <a:srgbClr val="404040"/>
                </a:solidFill>
              </a:rPr>
              <a:t>段落</a:t>
            </a:r>
            <a:r>
              <a:rPr lang="en-US" altLang="ja-JP">
                <a:solidFill>
                  <a:srgbClr val="404040"/>
                </a:solidFill>
              </a:rPr>
              <a:t>(L4) – Paragraph Level 4</a:t>
            </a:r>
            <a:endParaRPr lang="ru-RU" altLang="ja-JP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E9DAA82B-C86C-4A26-8893-E074927C6A3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00" y="567601"/>
            <a:ext cx="7920000" cy="332399"/>
          </a:xfrm>
          <a:prstGeom prst="rect">
            <a:avLst/>
          </a:prstGeom>
        </p:spPr>
        <p:txBody>
          <a:bodyPr vert="horz" lIns="0"/>
          <a:lstStyle>
            <a:lvl1pPr>
              <a:defRPr baseline="0"/>
            </a:lvl1pPr>
          </a:lstStyle>
          <a:p>
            <a:r>
              <a:rPr lang="ja-JP" altLang="en-US"/>
              <a:t>タイトル</a:t>
            </a:r>
            <a:r>
              <a:rPr lang="en-US" altLang="ja-JP"/>
              <a:t> </a:t>
            </a:r>
            <a:r>
              <a:rPr lang="en-US" altLang="ja-JP">
                <a:solidFill>
                  <a:srgbClr val="404040"/>
                </a:solidFill>
              </a:rPr>
              <a:t>–Title</a:t>
            </a:r>
            <a:endParaRPr kumimoji="1" lang="ru-RU"/>
          </a:p>
        </p:txBody>
      </p:sp>
      <p:sp>
        <p:nvSpPr>
          <p:cNvPr id="10" name="Rectangle 16">
            <a:extLst>
              <a:ext uri="{FF2B5EF4-FFF2-40B4-BE49-F238E27FC236}">
                <a16:creationId xmlns:a16="http://schemas.microsoft.com/office/drawing/2014/main" id="{4DC93489-4607-4569-BFAC-3B3E6DE120D9}"/>
              </a:ext>
            </a:extLst>
          </p:cNvPr>
          <p:cNvSpPr>
            <a:spLocks/>
          </p:cNvSpPr>
          <p:nvPr userDrawn="1"/>
        </p:nvSpPr>
        <p:spPr>
          <a:xfrm>
            <a:off x="0" y="6552000"/>
            <a:ext cx="12192000" cy="306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kumimoji="1" lang="ru-RU" sz="1000"/>
          </a:p>
        </p:txBody>
      </p:sp>
      <p:sp>
        <p:nvSpPr>
          <p:cNvPr id="14" name="TextBox 10">
            <a:extLst>
              <a:ext uri="{FF2B5EF4-FFF2-40B4-BE49-F238E27FC236}">
                <a16:creationId xmlns:a16="http://schemas.microsoft.com/office/drawing/2014/main" id="{A8D2E42E-34C8-4997-891E-08698461DB05}"/>
              </a:ext>
            </a:extLst>
          </p:cNvPr>
          <p:cNvSpPr txBox="1"/>
          <p:nvPr userDrawn="1"/>
        </p:nvSpPr>
        <p:spPr>
          <a:xfrm>
            <a:off x="10833100" y="6628056"/>
            <a:ext cx="723900" cy="153888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/>
          <a:p>
            <a:pPr algn="r"/>
            <a:r>
              <a:rPr kumimoji="1" lang="ja-JP" altLang="en-US" sz="1000">
                <a:solidFill>
                  <a:srgbClr val="404040"/>
                </a:solidFill>
              </a:rPr>
              <a:t>補足資料</a:t>
            </a:r>
            <a:endParaRPr kumimoji="1" lang="ru-RU" sz="1000">
              <a:solidFill>
                <a:srgbClr val="404040"/>
              </a:solidFill>
            </a:endParaRPr>
          </a:p>
        </p:txBody>
      </p:sp>
      <p:sp>
        <p:nvSpPr>
          <p:cNvPr id="15" name="TextBox 29">
            <a:extLst>
              <a:ext uri="{FF2B5EF4-FFF2-40B4-BE49-F238E27FC236}">
                <a16:creationId xmlns:a16="http://schemas.microsoft.com/office/drawing/2014/main" id="{3A7A76B8-5F30-4215-BDC5-7ED7FC501D86}"/>
              </a:ext>
            </a:extLst>
          </p:cNvPr>
          <p:cNvSpPr txBox="1"/>
          <p:nvPr userDrawn="1"/>
        </p:nvSpPr>
        <p:spPr>
          <a:xfrm>
            <a:off x="334033" y="6639163"/>
            <a:ext cx="4644000" cy="153888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>
              <a:defRPr/>
            </a:pPr>
            <a:r>
              <a:rPr lang="en-US" altLang="ja-JP" sz="1000" baseline="0">
                <a:solidFill>
                  <a:schemeClr val="tx1">
                    <a:lumMod val="75000"/>
                  </a:schemeClr>
                </a:solidFill>
                <a:latin typeface="+mn-lt"/>
                <a:ea typeface="+mn-ea"/>
              </a:rPr>
              <a:t>© FURUKAWA ELECTRIC CO., LTD. </a:t>
            </a:r>
          </a:p>
        </p:txBody>
      </p:sp>
      <p:sp>
        <p:nvSpPr>
          <p:cNvPr id="12" name="Rectangle 6">
            <a:extLst>
              <a:ext uri="{FF2B5EF4-FFF2-40B4-BE49-F238E27FC236}">
                <a16:creationId xmlns:a16="http://schemas.microsoft.com/office/drawing/2014/main" id="{C3BD6748-2DFD-4AAC-9072-0980D4CF79AE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1731056" y="6597279"/>
            <a:ext cx="218008" cy="2154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algn="r" eaLnBrk="1" hangingPunct="1">
              <a:defRPr sz="1400" baseline="0">
                <a:solidFill>
                  <a:srgbClr val="404040"/>
                </a:solidFill>
                <a:effectLst/>
                <a:latin typeface="+mn-lt"/>
                <a:ea typeface="+mn-ea"/>
              </a:defRPr>
            </a:lvl1pPr>
          </a:lstStyle>
          <a:p>
            <a:pPr>
              <a:defRPr/>
            </a:pPr>
            <a:fld id="{FAF75358-90CF-4CFC-A3A1-1392029DBAD6}" type="slidenum">
              <a:rPr lang="en-US" altLang="ja-JP" smtClean="0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9834687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emf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oleObject" Target="../embeddings/oleObject1.bin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ags" Target="../tags/tag2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5.xml"/><Relationship Id="rId7" Type="http://schemas.openxmlformats.org/officeDocument/2006/relationships/image" Target="../media/image1.emf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oleObject" Target="../embeddings/oleObject5.bin"/><Relationship Id="rId5" Type="http://schemas.openxmlformats.org/officeDocument/2006/relationships/tags" Target="../tags/tag20.xml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2C8227D5-F026-4943-B84E-A1308C8E2255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4"/>
            </p:custDataLst>
            <p:extLst>
              <p:ext uri="{D42A27DB-BD31-4B8C-83A1-F6EECF244321}">
                <p14:modId xmlns:p14="http://schemas.microsoft.com/office/powerpoint/2010/main" val="379936283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5" imgW="408" imgH="408" progId="TCLayout.ActiveDocument.1">
                  <p:embed/>
                </p:oleObj>
              </mc:Choice>
              <mc:Fallback>
                <p:oleObj name="think-cell Slide" r:id="rId15" imgW="408" imgH="408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2C8227D5-F026-4943-B84E-A1308C8E225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SlideLogoText" hidden="1">
            <a:extLst>
              <a:ext uri="{FF2B5EF4-FFF2-40B4-BE49-F238E27FC236}">
                <a16:creationId xmlns:a16="http://schemas.microsoft.com/office/drawing/2014/main" id="{B09B9E97-66F7-4B9E-8B2B-67CE05D610D0}"/>
              </a:ext>
            </a:extLst>
          </p:cNvPr>
          <p:cNvSpPr txBox="1"/>
          <p:nvPr userDrawn="1"/>
        </p:nvSpPr>
        <p:spPr>
          <a:xfrm>
            <a:off x="10281196" y="6615212"/>
            <a:ext cx="1256754" cy="153888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/>
          <a:p>
            <a:pPr algn="l">
              <a:spcAft>
                <a:spcPts val="300"/>
              </a:spcAft>
            </a:pPr>
            <a:r>
              <a:rPr kumimoji="1" lang="en-US" altLang="ja-JP" sz="1000">
                <a:solidFill>
                  <a:schemeClr val="tx1"/>
                </a:solidFill>
              </a:rPr>
              <a:t>McKinsey &amp; Company</a:t>
            </a:r>
            <a:endParaRPr kumimoji="1" lang="ja-JP" altLang="en-US" sz="1000">
              <a:solidFill>
                <a:schemeClr val="tx1"/>
              </a:solidFill>
            </a:endParaRPr>
          </a:p>
        </p:txBody>
      </p:sp>
      <p:sp>
        <p:nvSpPr>
          <p:cNvPr id="5" name="SlideLogoSeparator" hidden="1">
            <a:extLst>
              <a:ext uri="{FF2B5EF4-FFF2-40B4-BE49-F238E27FC236}">
                <a16:creationId xmlns:a16="http://schemas.microsoft.com/office/drawing/2014/main" id="{4BBBD867-A66B-4B55-B433-88C04FF29C2A}"/>
              </a:ext>
            </a:extLst>
          </p:cNvPr>
          <p:cNvSpPr txBox="1"/>
          <p:nvPr userDrawn="1"/>
        </p:nvSpPr>
        <p:spPr>
          <a:xfrm>
            <a:off x="11624874" y="6539984"/>
            <a:ext cx="40076" cy="184666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/>
          <a:p>
            <a:pPr algn="l">
              <a:spcAft>
                <a:spcPts val="300"/>
              </a:spcAft>
            </a:pPr>
            <a:r>
              <a:rPr kumimoji="1" lang="en-US" altLang="ja-JP" sz="1200">
                <a:solidFill>
                  <a:schemeClr val="tx1"/>
                </a:solidFill>
              </a:rPr>
              <a:t>|</a:t>
            </a:r>
            <a:endParaRPr kumimoji="1" lang="ja-JP" altLang="en-US" sz="1200">
              <a:solidFill>
                <a:schemeClr val="tx1"/>
              </a:solidFill>
            </a:endParaRP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4E463C8B-A12F-48F4-B7DB-628F6A239A8D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860578" y="6546229"/>
            <a:ext cx="205184" cy="2000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defPPr>
              <a:defRPr lang="ja-JP"/>
            </a:defPPr>
            <a:lvl1pPr marL="0" algn="r" defTabSz="914400" rtl="0" eaLnBrk="1" latinLnBrk="0" hangingPunct="1">
              <a:defRPr kumimoji="1" sz="10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FAF75358-90CF-4CFC-A3A1-1392029DBAD6}" type="slidenum">
              <a:rPr lang="en-US" altLang="ja-JP" sz="1300" smtClean="0">
                <a:solidFill>
                  <a:schemeClr val="tx1"/>
                </a:solidFill>
              </a:rPr>
              <a:pPr>
                <a:defRPr/>
              </a:pPr>
              <a:t>‹#›</a:t>
            </a:fld>
            <a:endParaRPr lang="en-US" altLang="ja-JP" sz="13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246713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6" r:id="rId1"/>
    <p:sldLayoutId id="2147483707" r:id="rId2"/>
    <p:sldLayoutId id="2147483708" r:id="rId3"/>
    <p:sldLayoutId id="2147483697" r:id="rId4"/>
    <p:sldLayoutId id="2147483687" r:id="rId5"/>
    <p:sldLayoutId id="2147483709" r:id="rId6"/>
    <p:sldLayoutId id="2147483711" r:id="rId7"/>
    <p:sldLayoutId id="2147483700" r:id="rId8"/>
    <p:sldLayoutId id="2147483713" r:id="rId9"/>
    <p:sldLayoutId id="2147483696" r:id="rId10"/>
    <p:sldLayoutId id="2147483704" r:id="rId11"/>
    <p:sldLayoutId id="2147483714" r:id="rId12"/>
  </p:sldLayoutIdLst>
  <p:hf hdr="0" ftr="0"/>
  <p:txStyles>
    <p:titleStyle>
      <a:lvl1pPr algn="l" rtl="0" eaLnBrk="1" fontAlgn="auto" hangingPunct="1">
        <a:lnSpc>
          <a:spcPct val="90000"/>
        </a:lnSpc>
        <a:spcBef>
          <a:spcPct val="0"/>
        </a:spcBef>
        <a:spcAft>
          <a:spcPct val="0"/>
        </a:spcAft>
        <a:defRPr kumimoji="1" sz="2400" b="1" kern="1200" baseline="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kumimoji="1" sz="3600">
          <a:solidFill>
            <a:schemeClr val="tx1"/>
          </a:solidFill>
          <a:latin typeface="HGP創英角ｺﾞｼｯｸUB" panose="020B0900000000000000" pitchFamily="50" charset="-128"/>
          <a:ea typeface="HGP創英角ｺﾞｼｯｸUB" panose="020B0900000000000000" pitchFamily="50" charset="-128"/>
        </a:defRPr>
      </a:lvl2pPr>
      <a:lvl3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kumimoji="1" sz="3600">
          <a:solidFill>
            <a:schemeClr val="tx1"/>
          </a:solidFill>
          <a:latin typeface="HGP創英角ｺﾞｼｯｸUB" panose="020B0900000000000000" pitchFamily="50" charset="-128"/>
          <a:ea typeface="HGP創英角ｺﾞｼｯｸUB" panose="020B0900000000000000" pitchFamily="50" charset="-128"/>
        </a:defRPr>
      </a:lvl3pPr>
      <a:lvl4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kumimoji="1" sz="3600">
          <a:solidFill>
            <a:schemeClr val="tx1"/>
          </a:solidFill>
          <a:latin typeface="HGP創英角ｺﾞｼｯｸUB" panose="020B0900000000000000" pitchFamily="50" charset="-128"/>
          <a:ea typeface="HGP創英角ｺﾞｼｯｸUB" panose="020B0900000000000000" pitchFamily="50" charset="-128"/>
        </a:defRPr>
      </a:lvl4pPr>
      <a:lvl5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kumimoji="1" sz="3600">
          <a:solidFill>
            <a:schemeClr val="tx1"/>
          </a:solidFill>
          <a:latin typeface="HGP創英角ｺﾞｼｯｸUB" panose="020B0900000000000000" pitchFamily="50" charset="-128"/>
          <a:ea typeface="HGP創英角ｺﾞｼｯｸUB" panose="020B0900000000000000" pitchFamily="50" charset="-128"/>
        </a:defRPr>
      </a:lvl5pPr>
      <a:lvl6pPr marL="4572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 Light" panose="020F0302020204030204" pitchFamily="34" charset="0"/>
          <a:ea typeface="ＭＳ Ｐゴシック" panose="020B0600070205080204" pitchFamily="50" charset="-128"/>
        </a:defRPr>
      </a:lvl6pPr>
      <a:lvl7pPr marL="9144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 Light" panose="020F0302020204030204" pitchFamily="34" charset="0"/>
          <a:ea typeface="ＭＳ Ｐゴシック" panose="020B0600070205080204" pitchFamily="50" charset="-128"/>
        </a:defRPr>
      </a:lvl7pPr>
      <a:lvl8pPr marL="13716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 Light" panose="020F0302020204030204" pitchFamily="34" charset="0"/>
          <a:ea typeface="ＭＳ Ｐゴシック" panose="020B0600070205080204" pitchFamily="50" charset="-128"/>
        </a:defRPr>
      </a:lvl8pPr>
      <a:lvl9pPr marL="18288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 Light" panose="020F0302020204030204" pitchFamily="34" charset="0"/>
          <a:ea typeface="ＭＳ Ｐゴシック" panose="020B0600070205080204" pitchFamily="50" charset="-128"/>
        </a:defRPr>
      </a:lvl9pPr>
    </p:titleStyle>
    <p:bodyStyle>
      <a:lvl1pPr marL="0" indent="0" algn="l" rtl="0" eaLnBrk="1" fontAlgn="auto" latinLnBrk="0" hangingPunct="1">
        <a:lnSpc>
          <a:spcPct val="100000"/>
        </a:lnSpc>
        <a:spcBef>
          <a:spcPts val="0"/>
        </a:spcBef>
        <a:spcAft>
          <a:spcPts val="300"/>
        </a:spcAft>
        <a:buFontTx/>
        <a:buNone/>
        <a:defRPr kumimoji="1" sz="1600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234000" indent="-234000" algn="l" rtl="0" eaLnBrk="1" fontAlgn="auto" latinLnBrk="0" hangingPunct="1">
        <a:lnSpc>
          <a:spcPct val="100000"/>
        </a:lnSpc>
        <a:spcBef>
          <a:spcPts val="0"/>
        </a:spcBef>
        <a:spcAft>
          <a:spcPts val="300"/>
        </a:spcAft>
        <a:buSzPct val="75000"/>
        <a:buFont typeface="Wingdings" panose="05000000000000000000" pitchFamily="2" charset="2"/>
        <a:buChar char="n"/>
        <a:defRPr kumimoji="1" lang="ja-JP" altLang="en-US" sz="1600" kern="1200" baseline="0" dirty="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2pPr>
      <a:lvl3pPr marL="468000" indent="-234000" algn="l" rtl="0" eaLnBrk="1" fontAlgn="auto" latinLnBrk="0" hangingPunct="1">
        <a:lnSpc>
          <a:spcPct val="100000"/>
        </a:lnSpc>
        <a:spcBef>
          <a:spcPts val="0"/>
        </a:spcBef>
        <a:spcAft>
          <a:spcPts val="300"/>
        </a:spcAft>
        <a:buSzPct val="60000"/>
        <a:buFont typeface="Wingdings" panose="05000000000000000000" pitchFamily="2" charset="2"/>
        <a:buChar char="l"/>
        <a:defRPr kumimoji="1" lang="ja-JP" altLang="en-US" sz="1600" kern="1200" baseline="0" dirty="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3pPr>
      <a:lvl4pPr marL="711200" indent="-244475" algn="l" rtl="0" eaLnBrk="1" fontAlgn="auto" latinLnBrk="0" hangingPunct="1">
        <a:lnSpc>
          <a:spcPct val="100000"/>
        </a:lnSpc>
        <a:spcBef>
          <a:spcPts val="0"/>
        </a:spcBef>
        <a:spcAft>
          <a:spcPts val="300"/>
        </a:spcAft>
        <a:buSzPct val="60000"/>
        <a:buFont typeface="Wingdings" panose="05000000000000000000" pitchFamily="2" charset="2"/>
        <a:buChar char="p"/>
        <a:defRPr kumimoji="1" lang="ja-JP" altLang="en-US" sz="1600" kern="1200" baseline="0" dirty="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4pPr>
      <a:lvl5pPr marL="711200" indent="-244475" algn="l" rtl="0" eaLnBrk="1" fontAlgn="auto" latinLnBrk="0" hangingPunct="1">
        <a:lnSpc>
          <a:spcPct val="100000"/>
        </a:lnSpc>
        <a:spcBef>
          <a:spcPts val="0"/>
        </a:spcBef>
        <a:spcAft>
          <a:spcPts val="300"/>
        </a:spcAft>
        <a:buSzPct val="60000"/>
        <a:buFont typeface="Wingdings" panose="05000000000000000000" pitchFamily="2" charset="2"/>
        <a:buChar char="p"/>
        <a:defRPr kumimoji="1" lang="ru-RU" altLang="ja-JP" sz="1600" kern="1200" baseline="0" dirty="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2C8227D5-F026-4943-B84E-A1308C8E2255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5"/>
            </p:custDataLst>
            <p:extLst>
              <p:ext uri="{D42A27DB-BD31-4B8C-83A1-F6EECF244321}">
                <p14:modId xmlns:p14="http://schemas.microsoft.com/office/powerpoint/2010/main" val="107847401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6" imgW="408" imgH="408" progId="TCLayout.ActiveDocument.1">
                  <p:embed/>
                </p:oleObj>
              </mc:Choice>
              <mc:Fallback>
                <p:oleObj name="think-cell Slide" r:id="rId6" imgW="408" imgH="408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2C8227D5-F026-4943-B84E-A1308C8E225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360916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9" r:id="rId1"/>
    <p:sldLayoutId id="2147483716" r:id="rId2"/>
    <p:sldLayoutId id="2147483717" r:id="rId3"/>
  </p:sldLayoutIdLst>
  <p:hf hdr="0" ftr="0"/>
  <p:txStyles>
    <p:titleStyle>
      <a:lvl1pPr algn="l" rtl="0" eaLnBrk="1" fontAlgn="auto" hangingPunct="1">
        <a:lnSpc>
          <a:spcPct val="90000"/>
        </a:lnSpc>
        <a:spcBef>
          <a:spcPct val="0"/>
        </a:spcBef>
        <a:spcAft>
          <a:spcPct val="0"/>
        </a:spcAft>
        <a:defRPr kumimoji="1" sz="2400" b="1" kern="1200" baseline="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kumimoji="1" sz="3600">
          <a:solidFill>
            <a:schemeClr val="tx1"/>
          </a:solidFill>
          <a:latin typeface="HGP創英角ｺﾞｼｯｸUB" panose="020B0900000000000000" pitchFamily="50" charset="-128"/>
          <a:ea typeface="HGP創英角ｺﾞｼｯｸUB" panose="020B0900000000000000" pitchFamily="50" charset="-128"/>
        </a:defRPr>
      </a:lvl2pPr>
      <a:lvl3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kumimoji="1" sz="3600">
          <a:solidFill>
            <a:schemeClr val="tx1"/>
          </a:solidFill>
          <a:latin typeface="HGP創英角ｺﾞｼｯｸUB" panose="020B0900000000000000" pitchFamily="50" charset="-128"/>
          <a:ea typeface="HGP創英角ｺﾞｼｯｸUB" panose="020B0900000000000000" pitchFamily="50" charset="-128"/>
        </a:defRPr>
      </a:lvl3pPr>
      <a:lvl4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kumimoji="1" sz="3600">
          <a:solidFill>
            <a:schemeClr val="tx1"/>
          </a:solidFill>
          <a:latin typeface="HGP創英角ｺﾞｼｯｸUB" panose="020B0900000000000000" pitchFamily="50" charset="-128"/>
          <a:ea typeface="HGP創英角ｺﾞｼｯｸUB" panose="020B0900000000000000" pitchFamily="50" charset="-128"/>
        </a:defRPr>
      </a:lvl4pPr>
      <a:lvl5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kumimoji="1" sz="3600">
          <a:solidFill>
            <a:schemeClr val="tx1"/>
          </a:solidFill>
          <a:latin typeface="HGP創英角ｺﾞｼｯｸUB" panose="020B0900000000000000" pitchFamily="50" charset="-128"/>
          <a:ea typeface="HGP創英角ｺﾞｼｯｸUB" panose="020B0900000000000000" pitchFamily="50" charset="-128"/>
        </a:defRPr>
      </a:lvl5pPr>
      <a:lvl6pPr marL="4572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 Light" panose="020F0302020204030204" pitchFamily="34" charset="0"/>
          <a:ea typeface="ＭＳ Ｐゴシック" panose="020B0600070205080204" pitchFamily="50" charset="-128"/>
        </a:defRPr>
      </a:lvl6pPr>
      <a:lvl7pPr marL="9144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 Light" panose="020F0302020204030204" pitchFamily="34" charset="0"/>
          <a:ea typeface="ＭＳ Ｐゴシック" panose="020B0600070205080204" pitchFamily="50" charset="-128"/>
        </a:defRPr>
      </a:lvl7pPr>
      <a:lvl8pPr marL="13716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 Light" panose="020F0302020204030204" pitchFamily="34" charset="0"/>
          <a:ea typeface="ＭＳ Ｐゴシック" panose="020B0600070205080204" pitchFamily="50" charset="-128"/>
        </a:defRPr>
      </a:lvl8pPr>
      <a:lvl9pPr marL="18288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 Light" panose="020F0302020204030204" pitchFamily="34" charset="0"/>
          <a:ea typeface="ＭＳ Ｐゴシック" panose="020B0600070205080204" pitchFamily="50" charset="-128"/>
        </a:defRPr>
      </a:lvl9pPr>
    </p:titleStyle>
    <p:bodyStyle>
      <a:lvl1pPr marL="0" indent="0" algn="l" rtl="0" eaLnBrk="1" fontAlgn="auto" latinLnBrk="0" hangingPunct="1">
        <a:lnSpc>
          <a:spcPct val="100000"/>
        </a:lnSpc>
        <a:spcBef>
          <a:spcPts val="0"/>
        </a:spcBef>
        <a:spcAft>
          <a:spcPts val="300"/>
        </a:spcAft>
        <a:buFontTx/>
        <a:buNone/>
        <a:defRPr kumimoji="1" lang="en-US" sz="1600" kern="1200" baseline="0" dirty="0">
          <a:solidFill>
            <a:schemeClr val="tx1"/>
          </a:solidFill>
          <a:latin typeface="+mn-lt"/>
          <a:ea typeface="+mn-ea"/>
          <a:cs typeface="+mn-cs"/>
        </a:defRPr>
      </a:lvl1pPr>
      <a:lvl2pPr marL="234000" indent="-234000" algn="l" rtl="0" eaLnBrk="1" fontAlgn="auto" latinLnBrk="0" hangingPunct="1">
        <a:lnSpc>
          <a:spcPct val="100000"/>
        </a:lnSpc>
        <a:spcBef>
          <a:spcPts val="0"/>
        </a:spcBef>
        <a:spcAft>
          <a:spcPts val="300"/>
        </a:spcAft>
        <a:buSzPct val="75000"/>
        <a:buFont typeface="Wingdings" panose="05000000000000000000" pitchFamily="2" charset="2"/>
        <a:buChar char="n"/>
        <a:defRPr kumimoji="1" lang="en-US" altLang="en-US" sz="1600" kern="1200" baseline="0" dirty="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2pPr>
      <a:lvl3pPr marL="468000" indent="-234000" algn="l" rtl="0" eaLnBrk="1" fontAlgn="auto" latinLnBrk="0" hangingPunct="1">
        <a:lnSpc>
          <a:spcPct val="100000"/>
        </a:lnSpc>
        <a:spcBef>
          <a:spcPts val="0"/>
        </a:spcBef>
        <a:spcAft>
          <a:spcPts val="300"/>
        </a:spcAft>
        <a:buSzPct val="60000"/>
        <a:buFont typeface="Wingdings" panose="05000000000000000000" pitchFamily="2" charset="2"/>
        <a:buChar char="l"/>
        <a:defRPr kumimoji="1" lang="en-US" altLang="en-US" sz="1600" kern="1200" baseline="0" dirty="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3pPr>
      <a:lvl4pPr marL="702000" indent="-234000" algn="l" rtl="0" eaLnBrk="1" fontAlgn="auto" latinLnBrk="0" hangingPunct="1">
        <a:lnSpc>
          <a:spcPct val="100000"/>
        </a:lnSpc>
        <a:spcBef>
          <a:spcPts val="0"/>
        </a:spcBef>
        <a:spcAft>
          <a:spcPts val="300"/>
        </a:spcAft>
        <a:buSzPct val="60000"/>
        <a:buFont typeface="Wingdings" panose="05000000000000000000" pitchFamily="2" charset="2"/>
        <a:buChar char="p"/>
        <a:defRPr kumimoji="1" lang="ja-JP" altLang="en-US" sz="1600" kern="1200" baseline="0" dirty="0" smtClean="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4pPr>
      <a:lvl5pPr marL="702000" indent="-234000" algn="l" rtl="0" eaLnBrk="1" fontAlgn="auto" latinLnBrk="0" hangingPunct="1">
        <a:lnSpc>
          <a:spcPct val="100000"/>
        </a:lnSpc>
        <a:spcBef>
          <a:spcPts val="0"/>
        </a:spcBef>
        <a:spcAft>
          <a:spcPts val="300"/>
        </a:spcAft>
        <a:buSzPct val="60000"/>
        <a:buFont typeface="Wingdings" panose="05000000000000000000" pitchFamily="2" charset="2"/>
        <a:buChar char="p"/>
        <a:defRPr kumimoji="1" lang="ja-JP" altLang="en-US" sz="1600" kern="1200" baseline="0" dirty="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16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5.jpe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mailto:mAP@0.3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hyperlink" Target="https://www.feti.hu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テキスト プレースホルダー 8">
            <a:extLst>
              <a:ext uri="{FF2B5EF4-FFF2-40B4-BE49-F238E27FC236}">
                <a16:creationId xmlns:a16="http://schemas.microsoft.com/office/drawing/2014/main" id="{D2A6C4E2-1464-4517-AA14-D8E575565EC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 flipH="1">
            <a:off x="413029" y="3884766"/>
            <a:ext cx="5175002" cy="707886"/>
          </a:xfrm>
        </p:spPr>
        <p:txBody>
          <a:bodyPr wrap="square" lIns="91440" tIns="45720" rIns="91440" bIns="45720" anchor="t">
            <a:spAutoFit/>
          </a:bodyPr>
          <a:lstStyle/>
          <a:p>
            <a:r>
              <a:rPr lang="ja-JP" altLang="en-US" sz="2000" dirty="0">
                <a:cs typeface="Arial"/>
              </a:rPr>
              <a:t>F</a:t>
            </a:r>
            <a:r>
              <a:rPr lang="hu-HU" altLang="ja-JP" sz="2000" dirty="0" err="1">
                <a:cs typeface="Arial"/>
              </a:rPr>
              <a:t>urukawa</a:t>
            </a:r>
            <a:r>
              <a:rPr lang="hu-HU" altLang="ja-JP" sz="2000" dirty="0">
                <a:cs typeface="Arial"/>
              </a:rPr>
              <a:t> </a:t>
            </a:r>
            <a:r>
              <a:rPr lang="hu-HU" altLang="ja-JP" sz="2000" dirty="0" err="1">
                <a:cs typeface="Arial"/>
              </a:rPr>
              <a:t>Electric</a:t>
            </a:r>
            <a:r>
              <a:rPr lang="hu-HU" altLang="ja-JP" sz="2000" dirty="0">
                <a:cs typeface="Arial"/>
              </a:rPr>
              <a:t> Institute of </a:t>
            </a:r>
            <a:r>
              <a:rPr lang="hu-HU" altLang="ja-JP" sz="2000" dirty="0" err="1">
                <a:cs typeface="Arial"/>
              </a:rPr>
              <a:t>Technology</a:t>
            </a:r>
            <a:r>
              <a:rPr lang="hu-HU" altLang="ja-JP" sz="2000" dirty="0">
                <a:cs typeface="Arial"/>
              </a:rPr>
              <a:t> (FETI)</a:t>
            </a:r>
            <a:endParaRPr lang="ja-JP" altLang="en-US" sz="2000" dirty="0"/>
          </a:p>
        </p:txBody>
      </p:sp>
      <p:sp>
        <p:nvSpPr>
          <p:cNvPr id="10" name="テキスト プレースホルダー 9">
            <a:extLst>
              <a:ext uri="{FF2B5EF4-FFF2-40B4-BE49-F238E27FC236}">
                <a16:creationId xmlns:a16="http://schemas.microsoft.com/office/drawing/2014/main" id="{178ED885-AB0B-411F-8767-E96B7511CA8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13029" y="3237842"/>
            <a:ext cx="6912000" cy="492443"/>
          </a:xfrm>
        </p:spPr>
        <p:txBody>
          <a:bodyPr lIns="91440" tIns="45720" rIns="91440" bIns="45720" anchor="b"/>
          <a:lstStyle/>
          <a:p>
            <a:r>
              <a:rPr lang="hu-HU" dirty="0"/>
              <a:t>AI-</a:t>
            </a:r>
            <a:r>
              <a:rPr lang="hu-HU" dirty="0" err="1"/>
              <a:t>Based</a:t>
            </a:r>
            <a:r>
              <a:rPr lang="hu-HU" dirty="0"/>
              <a:t> </a:t>
            </a:r>
            <a:r>
              <a:rPr lang="hu-HU" dirty="0" err="1"/>
              <a:t>Road</a:t>
            </a:r>
            <a:r>
              <a:rPr lang="hu-HU" dirty="0"/>
              <a:t> </a:t>
            </a:r>
            <a:r>
              <a:rPr lang="hu-HU" dirty="0" err="1"/>
              <a:t>User</a:t>
            </a:r>
            <a:r>
              <a:rPr lang="hu-HU" dirty="0"/>
              <a:t> </a:t>
            </a:r>
            <a:r>
              <a:rPr lang="hu-HU" dirty="0" err="1"/>
              <a:t>Detection</a:t>
            </a:r>
            <a:r>
              <a:rPr lang="hu-HU" dirty="0"/>
              <a:t> </a:t>
            </a:r>
            <a:r>
              <a:rPr lang="hu-HU" dirty="0" err="1"/>
              <a:t>Using</a:t>
            </a:r>
            <a:r>
              <a:rPr lang="hu-HU" dirty="0"/>
              <a:t> </a:t>
            </a:r>
            <a:r>
              <a:rPr lang="hu-HU" dirty="0" err="1"/>
              <a:t>Traffic</a:t>
            </a:r>
            <a:r>
              <a:rPr lang="hu-HU" dirty="0"/>
              <a:t>-Monitoring Radar</a:t>
            </a:r>
            <a:endParaRPr kumimoji="1" lang="ja-JP" altLang="en-US" dirty="0"/>
          </a:p>
        </p:txBody>
      </p:sp>
      <p:sp>
        <p:nvSpPr>
          <p:cNvPr id="13" name="テキスト プレースホルダー 12">
            <a:extLst>
              <a:ext uri="{FF2B5EF4-FFF2-40B4-BE49-F238E27FC236}">
                <a16:creationId xmlns:a16="http://schemas.microsoft.com/office/drawing/2014/main" id="{41E0BE51-87EB-4555-8864-4007F664070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endParaRPr kumimoji="1" lang="ja-JP" altLang="en-US"/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096C953C-059B-451D-6AD3-5D7D06E053E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166" r="17500"/>
          <a:stretch>
            <a:fillRect/>
          </a:stretch>
        </p:blipFill>
        <p:spPr bwMode="auto">
          <a:xfrm>
            <a:off x="7207798" y="2061979"/>
            <a:ext cx="3886107" cy="3812563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530262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5AF0A0-2402-86F4-7653-25833FAFA5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Agenda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18BD97B4-750D-7F9B-4A06-5287D69F1455}"/>
              </a:ext>
            </a:extLst>
          </p:cNvPr>
          <p:cNvGraphicFramePr>
            <a:graphicFrameLocks noGrp="1"/>
          </p:cNvGraphicFramePr>
          <p:nvPr>
            <p:ph sz="quarter" idx="19"/>
            <p:extLst>
              <p:ext uri="{D42A27DB-BD31-4B8C-83A1-F6EECF244321}">
                <p14:modId xmlns:p14="http://schemas.microsoft.com/office/powerpoint/2010/main" val="2540090022"/>
              </p:ext>
            </p:extLst>
          </p:nvPr>
        </p:nvGraphicFramePr>
        <p:xfrm>
          <a:off x="867508" y="1664677"/>
          <a:ext cx="9485861" cy="4126523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419331">
                  <a:extLst>
                    <a:ext uri="{9D8B030D-6E8A-4147-A177-3AD203B41FA5}">
                      <a16:colId xmlns:a16="http://schemas.microsoft.com/office/drawing/2014/main" val="4225495558"/>
                    </a:ext>
                  </a:extLst>
                </a:gridCol>
                <a:gridCol w="5470335">
                  <a:extLst>
                    <a:ext uri="{9D8B030D-6E8A-4147-A177-3AD203B41FA5}">
                      <a16:colId xmlns:a16="http://schemas.microsoft.com/office/drawing/2014/main" val="1648183037"/>
                    </a:ext>
                  </a:extLst>
                </a:gridCol>
                <a:gridCol w="44924">
                  <a:extLst>
                    <a:ext uri="{9D8B030D-6E8A-4147-A177-3AD203B41FA5}">
                      <a16:colId xmlns:a16="http://schemas.microsoft.com/office/drawing/2014/main" val="3845098432"/>
                    </a:ext>
                  </a:extLst>
                </a:gridCol>
                <a:gridCol w="1415805">
                  <a:extLst>
                    <a:ext uri="{9D8B030D-6E8A-4147-A177-3AD203B41FA5}">
                      <a16:colId xmlns:a16="http://schemas.microsoft.com/office/drawing/2014/main" val="340996143"/>
                    </a:ext>
                  </a:extLst>
                </a:gridCol>
                <a:gridCol w="1135466">
                  <a:extLst>
                    <a:ext uri="{9D8B030D-6E8A-4147-A177-3AD203B41FA5}">
                      <a16:colId xmlns:a16="http://schemas.microsoft.com/office/drawing/2014/main" val="3967565816"/>
                    </a:ext>
                  </a:extLst>
                </a:gridCol>
              </a:tblGrid>
              <a:tr h="51473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hu-HU" sz="2000" u="none" strike="noStrike" dirty="0">
                          <a:effectLst/>
                        </a:rPr>
                        <a:t>13:15</a:t>
                      </a:r>
                      <a:endParaRPr lang="hu-HU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hu-HU" sz="2000" u="none" strike="noStrike" dirty="0">
                          <a:effectLst/>
                        </a:rPr>
                        <a:t>Biztonsági táj., </a:t>
                      </a:r>
                      <a:r>
                        <a:rPr lang="hu-HU" sz="2000" u="none" strike="noStrike" dirty="0" err="1">
                          <a:effectLst/>
                        </a:rPr>
                        <a:t>Fun</a:t>
                      </a:r>
                      <a:r>
                        <a:rPr lang="hu-HU" sz="2000" u="none" strike="noStrike" dirty="0">
                          <a:effectLst/>
                        </a:rPr>
                        <a:t> </a:t>
                      </a:r>
                      <a:r>
                        <a:rPr lang="hu-HU" sz="2000" u="none" strike="noStrike" dirty="0" err="1">
                          <a:effectLst/>
                        </a:rPr>
                        <a:t>Lab</a:t>
                      </a:r>
                      <a:r>
                        <a:rPr lang="hu-HU" sz="2000" u="none" strike="noStrike" dirty="0">
                          <a:effectLst/>
                        </a:rPr>
                        <a:t> </a:t>
                      </a:r>
                      <a:r>
                        <a:rPr lang="hu-HU" sz="2000" u="none" strike="noStrike" dirty="0" err="1">
                          <a:effectLst/>
                        </a:rPr>
                        <a:t>tour</a:t>
                      </a:r>
                      <a:endParaRPr lang="hu-HU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hu-HU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 gridSpan="2"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hu-HU" sz="2000" u="none" strike="noStrike" dirty="0">
                          <a:effectLst/>
                        </a:rPr>
                        <a:t>Auditorium ,</a:t>
                      </a:r>
                      <a:r>
                        <a:rPr lang="hu-HU" sz="2000" u="none" strike="noStrike" dirty="0" err="1">
                          <a:effectLst/>
                        </a:rPr>
                        <a:t>Fun</a:t>
                      </a:r>
                      <a:r>
                        <a:rPr lang="hu-HU" sz="2000" u="none" strike="noStrike" dirty="0">
                          <a:effectLst/>
                        </a:rPr>
                        <a:t> </a:t>
                      </a:r>
                      <a:r>
                        <a:rPr lang="hu-HU" sz="2000" u="none" strike="noStrike" dirty="0" err="1">
                          <a:effectLst/>
                        </a:rPr>
                        <a:t>Lab</a:t>
                      </a:r>
                      <a:endParaRPr lang="hu-HU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 hMerge="1">
                  <a:txBody>
                    <a:bodyPr/>
                    <a:lstStyle/>
                    <a:p>
                      <a:endParaRPr lang="hu-H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71272343"/>
                  </a:ext>
                </a:extLst>
              </a:tr>
              <a:tr h="59328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hu-HU" sz="2000" u="none" strike="noStrike" dirty="0">
                          <a:effectLst/>
                        </a:rPr>
                        <a:t>13:45</a:t>
                      </a:r>
                      <a:endParaRPr lang="hu-HU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hu-HU" sz="2000" u="none" strike="noStrike" dirty="0">
                          <a:effectLst/>
                        </a:rPr>
                        <a:t>CX60 test car, doppler </a:t>
                      </a:r>
                      <a:r>
                        <a:rPr lang="hu-HU" sz="2000" u="none" strike="noStrike" dirty="0" err="1">
                          <a:effectLst/>
                        </a:rPr>
                        <a:t>generator</a:t>
                      </a:r>
                      <a:endParaRPr lang="hu-HU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hu-HU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 gridSpan="2"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hu-HU" sz="2000" u="none" strike="noStrike" dirty="0" err="1">
                          <a:effectLst/>
                        </a:rPr>
                        <a:t>Aut</a:t>
                      </a:r>
                      <a:r>
                        <a:rPr lang="hu-HU" sz="2000" u="none" strike="noStrike" dirty="0">
                          <a:effectLst/>
                        </a:rPr>
                        <a:t> </a:t>
                      </a:r>
                      <a:r>
                        <a:rPr lang="hu-HU" sz="2000" u="none" strike="noStrike" dirty="0" err="1">
                          <a:effectLst/>
                        </a:rPr>
                        <a:t>Lab</a:t>
                      </a:r>
                      <a:endParaRPr lang="hu-HU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 hMerge="1">
                  <a:txBody>
                    <a:bodyPr/>
                    <a:lstStyle/>
                    <a:p>
                      <a:endParaRPr lang="hu-H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97996681"/>
                  </a:ext>
                </a:extLst>
              </a:tr>
              <a:tr h="61728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hu-HU" sz="2000" u="none" strike="noStrike">
                          <a:effectLst/>
                        </a:rPr>
                        <a:t>14:00</a:t>
                      </a:r>
                      <a:endParaRPr lang="hu-HU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hu-HU" sz="2000" u="none" strike="noStrike" dirty="0" err="1">
                          <a:effectLst/>
                        </a:rPr>
                        <a:t>Coffee</a:t>
                      </a:r>
                      <a:r>
                        <a:rPr lang="hu-HU" sz="2000" u="none" strike="noStrike" dirty="0">
                          <a:effectLst/>
                        </a:rPr>
                        <a:t> </a:t>
                      </a:r>
                      <a:r>
                        <a:rPr lang="hu-HU" sz="2000" u="none" strike="noStrike" dirty="0" err="1">
                          <a:effectLst/>
                        </a:rPr>
                        <a:t>break</a:t>
                      </a:r>
                      <a:endParaRPr lang="hu-HU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hu-HU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 gridSpan="2"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hu-HU" sz="2000" u="none" strike="noStrike">
                          <a:effectLst/>
                        </a:rPr>
                        <a:t>Big in Hall</a:t>
                      </a:r>
                      <a:endParaRPr lang="hu-HU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 hMerge="1">
                  <a:txBody>
                    <a:bodyPr/>
                    <a:lstStyle/>
                    <a:p>
                      <a:endParaRPr lang="hu-H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89047011"/>
                  </a:ext>
                </a:extLst>
              </a:tr>
              <a:tr h="1121446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hu-HU" sz="2000" u="none" strike="noStrike">
                          <a:effectLst/>
                        </a:rPr>
                        <a:t>14:15</a:t>
                      </a:r>
                      <a:endParaRPr lang="hu-HU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hu-HU" sz="2000" u="none" strike="noStrike" dirty="0" err="1">
                          <a:effectLst/>
                        </a:rPr>
                        <a:t>Presentation</a:t>
                      </a:r>
                      <a:r>
                        <a:rPr lang="hu-HU" sz="2000" u="none" strike="noStrike" dirty="0">
                          <a:effectLst/>
                        </a:rPr>
                        <a:t>:</a:t>
                      </a:r>
                      <a:br>
                        <a:rPr lang="hu-HU" sz="2000" u="none" strike="noStrike" dirty="0">
                          <a:effectLst/>
                        </a:rPr>
                      </a:br>
                      <a:r>
                        <a:rPr lang="hu-HU" sz="2000" u="none" strike="noStrike" dirty="0" err="1">
                          <a:effectLst/>
                        </a:rPr>
                        <a:t>measurements</a:t>
                      </a:r>
                      <a:r>
                        <a:rPr lang="hu-HU" sz="2000" u="none" strike="noStrike" dirty="0">
                          <a:effectLst/>
                        </a:rPr>
                        <a:t>, </a:t>
                      </a:r>
                      <a:r>
                        <a:rPr lang="hu-HU" sz="2000" u="none" strike="noStrike" dirty="0" err="1">
                          <a:effectLst/>
                        </a:rPr>
                        <a:t>deliverables</a:t>
                      </a:r>
                      <a:r>
                        <a:rPr lang="hu-HU" sz="2000" u="none" strike="noStrike" dirty="0">
                          <a:effectLst/>
                        </a:rPr>
                        <a:t>, </a:t>
                      </a:r>
                      <a:r>
                        <a:rPr lang="hu-HU" sz="2000" u="none" strike="noStrike" dirty="0" err="1">
                          <a:effectLst/>
                        </a:rPr>
                        <a:t>June</a:t>
                      </a:r>
                      <a:r>
                        <a:rPr lang="hu-HU" sz="2000" u="none" strike="noStrike" dirty="0">
                          <a:effectLst/>
                        </a:rPr>
                        <a:t> 1st., </a:t>
                      </a:r>
                      <a:r>
                        <a:rPr lang="hu-HU" sz="2000" u="none" strike="noStrike" dirty="0" err="1">
                          <a:effectLst/>
                        </a:rPr>
                        <a:t>QnA</a:t>
                      </a:r>
                      <a:endParaRPr lang="hu-HU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hu-HU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 gridSpan="2"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hu-HU" sz="2000" u="none" strike="noStrike">
                          <a:effectLst/>
                        </a:rPr>
                        <a:t>Big in Hall</a:t>
                      </a:r>
                      <a:endParaRPr lang="hu-HU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 hMerge="1">
                  <a:txBody>
                    <a:bodyPr/>
                    <a:lstStyle/>
                    <a:p>
                      <a:endParaRPr lang="hu-H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90207390"/>
                  </a:ext>
                </a:extLst>
              </a:tr>
              <a:tr h="753209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hu-HU" sz="2000" u="none" strike="noStrike" dirty="0">
                          <a:effectLst/>
                        </a:rPr>
                        <a:t>14:45</a:t>
                      </a:r>
                      <a:endParaRPr lang="hu-HU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hu-HU" sz="2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Measurements</a:t>
                      </a:r>
                      <a:endParaRPr lang="hu-HU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hu-HU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hu-HU" sz="2000" u="none" strike="noStrike" dirty="0">
                          <a:effectLst/>
                        </a:rPr>
                        <a:t>FETI </a:t>
                      </a:r>
                      <a:r>
                        <a:rPr lang="hu-HU" sz="2000" u="none" strike="noStrike" dirty="0" err="1">
                          <a:effectLst/>
                        </a:rPr>
                        <a:t>road</a:t>
                      </a:r>
                      <a:endParaRPr lang="hu-HU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hu-HU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573956879"/>
                  </a:ext>
                </a:extLst>
              </a:tr>
              <a:tr h="52656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hu-HU" sz="2000" u="none" strike="noStrike" dirty="0">
                          <a:effectLst/>
                        </a:rPr>
                        <a:t>16:00</a:t>
                      </a:r>
                      <a:endParaRPr lang="hu-HU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hu-HU" sz="2000" u="none" strike="noStrike" dirty="0" err="1">
                          <a:effectLst/>
                        </a:rPr>
                        <a:t>Closing</a:t>
                      </a:r>
                      <a:endParaRPr lang="hu-HU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hu-HU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hu-HU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hu-HU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684460113"/>
                  </a:ext>
                </a:extLst>
              </a:tr>
            </a:tbl>
          </a:graphicData>
        </a:graphic>
      </p:graphicFrame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2755696-5DC6-BCF8-FC24-9848CC435E8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6998205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173A8E-FFB1-9DE4-AD07-80642CBD39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err="1"/>
              <a:t>Measurement</a:t>
            </a:r>
            <a:r>
              <a:rPr lang="hu-HU" dirty="0"/>
              <a:t> </a:t>
            </a:r>
            <a:r>
              <a:rPr lang="hu-HU" dirty="0" err="1"/>
              <a:t>Campaign</a:t>
            </a:r>
            <a:r>
              <a:rPr lang="hu-HU" dirty="0"/>
              <a:t> </a:t>
            </a:r>
            <a:r>
              <a:rPr lang="hu-HU" dirty="0" err="1"/>
              <a:t>at</a:t>
            </a:r>
            <a:r>
              <a:rPr lang="hu-HU" dirty="0"/>
              <a:t> FETI site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6B4B87-4D77-F6FB-CA18-C922AB60416B}"/>
              </a:ext>
            </a:extLst>
          </p:cNvPr>
          <p:cNvSpPr>
            <a:spLocks noGrp="1"/>
          </p:cNvSpPr>
          <p:nvPr>
            <p:ph sz="quarter" idx="19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CA1A9A6-67C2-AB3B-E057-0D63AA9082F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endParaRPr lang="hu-HU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DAD2ABC-A330-2630-30BC-69D23AE347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4400" y="986605"/>
            <a:ext cx="6543130" cy="366050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88076E4-9C64-7E03-F7FE-B441CD90E72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2181" y="966910"/>
            <a:ext cx="3955420" cy="3374516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9139185-0569-A7F6-3B4B-6BD1FE04F86E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5895" r="5486" b="24733"/>
          <a:stretch>
            <a:fillRect/>
          </a:stretch>
        </p:blipFill>
        <p:spPr>
          <a:xfrm>
            <a:off x="174288" y="4897745"/>
            <a:ext cx="7127630" cy="170977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4D80975-EE28-4064-6E59-EC2A4B26750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97573" y="4897745"/>
            <a:ext cx="2019985" cy="1578296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Content Placeholder 7">
            <a:extLst>
              <a:ext uri="{FF2B5EF4-FFF2-40B4-BE49-F238E27FC236}">
                <a16:creationId xmlns:a16="http://schemas.microsoft.com/office/drawing/2014/main" id="{6C548FDC-D29C-0751-0E60-DDC10C90578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67600" y="5064533"/>
            <a:ext cx="2064291" cy="13761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67869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35F536-F182-0498-5B71-00E724B3AF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0" y="327065"/>
            <a:ext cx="9042912" cy="387798"/>
          </a:xfrm>
        </p:spPr>
        <p:txBody>
          <a:bodyPr anchor="ctr">
            <a:normAutofit/>
          </a:bodyPr>
          <a:lstStyle/>
          <a:p>
            <a:r>
              <a:rPr lang="hu-HU" sz="2000" err="1"/>
              <a:t>Scenario</a:t>
            </a:r>
            <a:r>
              <a:rPr lang="hu-HU" sz="2000"/>
              <a:t> </a:t>
            </a:r>
            <a:r>
              <a:rPr lang="hu-HU" sz="2000" err="1"/>
              <a:t>list</a:t>
            </a:r>
            <a:endParaRPr lang="hu-HU" sz="20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40E501-DB0B-6FFE-7F32-5FC6054FF14E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540000" y="1612418"/>
            <a:ext cx="5460688" cy="4918517"/>
          </a:xfrm>
        </p:spPr>
        <p:txBody>
          <a:bodyPr wrap="none"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noProof="0" dirty="0">
                <a:solidFill>
                  <a:srgbClr val="404040"/>
                </a:solidFill>
              </a:rPr>
              <a:t>Student scenarios</a:t>
            </a:r>
            <a:endParaRPr lang="hu-HU" sz="2000" noProof="0" dirty="0">
              <a:solidFill>
                <a:srgbClr val="404040"/>
              </a:solidFill>
            </a:endParaRPr>
          </a:p>
          <a:p>
            <a:pPr marL="519750" lvl="1" indent="-285750">
              <a:buFont typeface="Arial" panose="020B0604020202020204" pitchFamily="34" charset="0"/>
              <a:buChar char="•"/>
            </a:pPr>
            <a:r>
              <a:rPr lang="hu-HU" sz="2000" dirty="0" err="1">
                <a:solidFill>
                  <a:srgbClr val="404040"/>
                </a:solidFill>
              </a:rPr>
              <a:t>Running</a:t>
            </a:r>
            <a:endParaRPr lang="hu-HU" sz="2000" dirty="0">
              <a:solidFill>
                <a:srgbClr val="404040"/>
              </a:solidFill>
            </a:endParaRPr>
          </a:p>
          <a:p>
            <a:pPr marL="519750" lvl="1" indent="-285750">
              <a:buFont typeface="Arial" panose="020B0604020202020204" pitchFamily="34" charset="0"/>
              <a:buChar char="•"/>
            </a:pPr>
            <a:r>
              <a:rPr lang="hu-HU" sz="2000" noProof="0" dirty="0" err="1">
                <a:solidFill>
                  <a:srgbClr val="404040"/>
                </a:solidFill>
              </a:rPr>
              <a:t>Pushing</a:t>
            </a:r>
            <a:r>
              <a:rPr lang="hu-HU" sz="2000" noProof="0" dirty="0">
                <a:solidFill>
                  <a:srgbClr val="404040"/>
                </a:solidFill>
              </a:rPr>
              <a:t> bike</a:t>
            </a:r>
          </a:p>
          <a:p>
            <a:pPr marL="519750" lvl="1" indent="-285750">
              <a:buFont typeface="Arial" panose="020B0604020202020204" pitchFamily="34" charset="0"/>
              <a:buChar char="•"/>
            </a:pPr>
            <a:r>
              <a:rPr lang="hu-HU" sz="2000" dirty="0" err="1">
                <a:solidFill>
                  <a:srgbClr val="404040"/>
                </a:solidFill>
              </a:rPr>
              <a:t>ZigZag</a:t>
            </a:r>
            <a:r>
              <a:rPr lang="hu-HU" sz="2000" dirty="0">
                <a:solidFill>
                  <a:srgbClr val="404040"/>
                </a:solidFill>
              </a:rPr>
              <a:t> (mix)</a:t>
            </a:r>
            <a:endParaRPr lang="en-US" sz="2000" noProof="0" dirty="0">
              <a:solidFill>
                <a:srgbClr val="40404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noProof="0" dirty="0">
                <a:solidFill>
                  <a:srgbClr val="404040"/>
                </a:solidFill>
              </a:rPr>
              <a:t>Pedestrian crowd</a:t>
            </a:r>
          </a:p>
          <a:p>
            <a:pPr marL="519750" lvl="1" indent="-285750">
              <a:buFont typeface="Arial" panose="020B0604020202020204" pitchFamily="34" charset="0"/>
              <a:buChar char="•"/>
            </a:pPr>
            <a:r>
              <a:rPr lang="en-US" sz="2000" noProof="0" dirty="0">
                <a:solidFill>
                  <a:srgbClr val="404040"/>
                </a:solidFill>
              </a:rPr>
              <a:t>Pedestrian crossing</a:t>
            </a:r>
          </a:p>
          <a:p>
            <a:pPr marL="519750" lvl="1" indent="-285750">
              <a:buFont typeface="Arial" panose="020B0604020202020204" pitchFamily="34" charset="0"/>
              <a:buChar char="•"/>
            </a:pPr>
            <a:r>
              <a:rPr lang="en-US" sz="2000" noProof="0" dirty="0">
                <a:solidFill>
                  <a:srgbClr val="404040"/>
                </a:solidFill>
              </a:rPr>
              <a:t>Swarm</a:t>
            </a:r>
          </a:p>
          <a:p>
            <a:pPr marL="519750" lvl="1" indent="-285750">
              <a:buFont typeface="Arial" panose="020B0604020202020204" pitchFamily="34" charset="0"/>
              <a:buChar char="•"/>
            </a:pPr>
            <a:r>
              <a:rPr lang="en-US" sz="2000" noProof="0" dirty="0">
                <a:solidFill>
                  <a:srgbClr val="404040"/>
                </a:solidFill>
              </a:rPr>
              <a:t>Separation</a:t>
            </a:r>
          </a:p>
          <a:p>
            <a:pPr marL="519750" lvl="1" indent="-285750">
              <a:buFont typeface="Arial" panose="020B0604020202020204" pitchFamily="34" charset="0"/>
              <a:buChar char="•"/>
            </a:pPr>
            <a:r>
              <a:rPr lang="en-US" sz="2000" noProof="0" dirty="0" err="1">
                <a:solidFill>
                  <a:srgbClr val="404040"/>
                </a:solidFill>
              </a:rPr>
              <a:t>Etc</a:t>
            </a:r>
            <a:r>
              <a:rPr lang="hu-HU" sz="2000" noProof="0" dirty="0">
                <a:solidFill>
                  <a:srgbClr val="404040"/>
                </a:solidFill>
              </a:rPr>
              <a:t>.</a:t>
            </a:r>
            <a:endParaRPr lang="en-US" sz="2000" noProof="0" dirty="0">
              <a:solidFill>
                <a:srgbClr val="40404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noProof="0" dirty="0">
                <a:solidFill>
                  <a:srgbClr val="404040"/>
                </a:solidFill>
              </a:rPr>
              <a:t>Sudden change of direction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noProof="0" dirty="0">
                <a:solidFill>
                  <a:srgbClr val="404040"/>
                </a:solidFill>
              </a:rPr>
              <a:t>Class change: Ped –&gt; Cyclist -&gt; Ped</a:t>
            </a:r>
          </a:p>
        </p:txBody>
      </p:sp>
      <p:sp>
        <p:nvSpPr>
          <p:cNvPr id="3079" name="Text Placeholder 3">
            <a:extLst>
              <a:ext uri="{FF2B5EF4-FFF2-40B4-BE49-F238E27FC236}">
                <a16:creationId xmlns:a16="http://schemas.microsoft.com/office/drawing/2014/main" id="{6F5203A7-D111-0260-A1B1-4A56832CEEF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9750" y="1140683"/>
            <a:ext cx="11111930" cy="336550"/>
          </a:xfrm>
        </p:spPr>
        <p:txBody>
          <a:bodyPr/>
          <a:lstStyle/>
          <a:p>
            <a:r>
              <a:rPr lang="hu-HU" sz="1800" b="1" dirty="0" err="1"/>
              <a:t>Ideas</a:t>
            </a:r>
            <a:r>
              <a:rPr lang="hu-HU" sz="1800" b="1" dirty="0"/>
              <a:t>:</a:t>
            </a:r>
            <a:endParaRPr lang="en-US" sz="1800" b="1" dirty="0"/>
          </a:p>
        </p:txBody>
      </p:sp>
      <p:pic>
        <p:nvPicPr>
          <p:cNvPr id="3074" name="Picture 2" descr="Shibuya Crossing in Tokyo, Japan">
            <a:extLst>
              <a:ext uri="{FF2B5EF4-FFF2-40B4-BE49-F238E27FC236}">
                <a16:creationId xmlns:a16="http://schemas.microsoft.com/office/drawing/2014/main" id="{76C6E22B-81A0-B5F3-098D-348D51AC25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80" r="22935"/>
          <a:stretch>
            <a:fillRect/>
          </a:stretch>
        </p:blipFill>
        <p:spPr bwMode="auto">
          <a:xfrm>
            <a:off x="6191188" y="1612418"/>
            <a:ext cx="5460688" cy="4918517"/>
          </a:xfrm>
          <a:prstGeom prst="rect">
            <a:avLst/>
          </a:prstGeom>
          <a:solidFill>
            <a:srgbClr val="FFFFFF"/>
          </a:solidFill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394941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27FD39-4708-4815-68D7-E8C61A755B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err="1"/>
              <a:t>Deadlines</a:t>
            </a:r>
            <a:endParaRPr lang="hu-H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BD1090-1CD0-3476-4A09-E20F704A4372}"/>
              </a:ext>
            </a:extLst>
          </p:cNvPr>
          <p:cNvSpPr>
            <a:spLocks noGrp="1"/>
          </p:cNvSpPr>
          <p:nvPr>
            <p:ph sz="quarter" idx="19"/>
          </p:nvPr>
        </p:nvSpPr>
        <p:spPr/>
        <p:txBody>
          <a:bodyPr/>
          <a:lstStyle/>
          <a:p>
            <a:pPr marL="342900" indent="-342900">
              <a:buFont typeface="+mj-lt"/>
              <a:buAutoNum type="arabicPeriod"/>
            </a:pPr>
            <a:r>
              <a:rPr lang="en-US" sz="2000" b="1" dirty="0"/>
              <a:t>Annotation of Camera Recordings </a:t>
            </a:r>
            <a:r>
              <a:rPr lang="en-US" sz="2000" b="1" i="1" dirty="0"/>
              <a:t>(deadline: April 19)</a:t>
            </a:r>
            <a:endParaRPr lang="hu-HU" sz="2000" b="1" i="1" dirty="0"/>
          </a:p>
          <a:p>
            <a:pPr marL="342900" indent="-342900">
              <a:buFont typeface="+mj-lt"/>
              <a:buAutoNum type="arabicPeriod"/>
            </a:pPr>
            <a:endParaRPr lang="hu-HU" sz="2000" b="1" i="1" dirty="0"/>
          </a:p>
          <a:p>
            <a:pPr marL="342900" indent="-342900">
              <a:buFont typeface="+mj-lt"/>
              <a:buAutoNum type="arabicPeriod"/>
            </a:pPr>
            <a:r>
              <a:rPr lang="en-US" sz="2000" b="1" dirty="0"/>
              <a:t>Model Training </a:t>
            </a:r>
            <a:r>
              <a:rPr lang="en-US" sz="2000" b="1" i="1" dirty="0"/>
              <a:t>(deadline: May 3)</a:t>
            </a:r>
            <a:endParaRPr lang="hu-HU" sz="2000" b="1" i="1" dirty="0"/>
          </a:p>
          <a:p>
            <a:pPr marL="342900" indent="-342900">
              <a:buFont typeface="+mj-lt"/>
              <a:buAutoNum type="arabicPeriod"/>
            </a:pPr>
            <a:endParaRPr lang="hu-HU" sz="2000" b="1" i="1" dirty="0"/>
          </a:p>
          <a:p>
            <a:pPr marL="342900" indent="-342900">
              <a:buFont typeface="+mj-lt"/>
              <a:buAutoNum type="arabicPeriod"/>
            </a:pPr>
            <a:r>
              <a:rPr lang="en-US" sz="2000" b="1" dirty="0"/>
              <a:t>Deliverables </a:t>
            </a:r>
            <a:r>
              <a:rPr lang="en-US" sz="2000" b="1" i="1" dirty="0"/>
              <a:t>(deadline: May 24)</a:t>
            </a:r>
            <a:endParaRPr lang="hu-HU" sz="2000" b="1" i="1" dirty="0"/>
          </a:p>
          <a:p>
            <a:pPr marL="342900" indent="-342900">
              <a:buFont typeface="+mj-lt"/>
              <a:buAutoNum type="arabicPeriod"/>
            </a:pPr>
            <a:endParaRPr lang="hu-HU" sz="2000" b="1" i="1" dirty="0"/>
          </a:p>
          <a:p>
            <a:pPr marL="342900" indent="-342900">
              <a:buFont typeface="+mj-lt"/>
              <a:buAutoNum type="arabicPeriod"/>
            </a:pPr>
            <a:r>
              <a:rPr lang="en-US" sz="2000" b="1" dirty="0"/>
              <a:t>Presentation at BME </a:t>
            </a:r>
            <a:r>
              <a:rPr lang="en-US" sz="2000" b="1" i="1" dirty="0"/>
              <a:t>(May 27)</a:t>
            </a:r>
            <a:endParaRPr lang="hu-HU" sz="2000" b="1" i="1" dirty="0"/>
          </a:p>
          <a:p>
            <a:pPr marL="342900" indent="-342900">
              <a:buFont typeface="+mj-lt"/>
              <a:buAutoNum type="arabicPeriod"/>
            </a:pPr>
            <a:endParaRPr lang="hu-HU" sz="2000" b="1" i="1" dirty="0"/>
          </a:p>
          <a:p>
            <a:pPr marL="342900" indent="-342900">
              <a:buFont typeface="+mj-lt"/>
              <a:buAutoNum type="arabicPeriod"/>
            </a:pPr>
            <a:r>
              <a:rPr lang="en-US" sz="2000" b="1" dirty="0"/>
              <a:t>Finalization </a:t>
            </a:r>
            <a:r>
              <a:rPr lang="en-US" sz="2000" b="1" i="1" dirty="0"/>
              <a:t>(deadline: </a:t>
            </a:r>
            <a:r>
              <a:rPr lang="hu-HU" sz="2000" b="1" i="1" dirty="0"/>
              <a:t>May 29, </a:t>
            </a:r>
            <a:r>
              <a:rPr lang="hu-HU" sz="2000" b="1" i="1" dirty="0">
                <a:solidFill>
                  <a:srgbClr val="FF0000"/>
                </a:solidFill>
                <a:highlight>
                  <a:srgbClr val="FFFF00"/>
                </a:highlight>
              </a:rPr>
              <a:t>12:00</a:t>
            </a:r>
            <a:r>
              <a:rPr lang="en-US" sz="2000" b="1" i="1" dirty="0"/>
              <a:t>)</a:t>
            </a:r>
            <a:endParaRPr lang="hu-HU" sz="2000" dirty="0"/>
          </a:p>
          <a:p>
            <a:pPr marL="342900" indent="-342900">
              <a:buFont typeface="+mj-lt"/>
              <a:buAutoNum type="arabicPeriod"/>
            </a:pPr>
            <a:endParaRPr lang="hu-HU" sz="2000" dirty="0"/>
          </a:p>
          <a:p>
            <a:pPr marL="342900" indent="-342900">
              <a:buFont typeface="+mj-lt"/>
              <a:buAutoNum type="arabicPeriod"/>
            </a:pPr>
            <a:r>
              <a:rPr lang="en-US" sz="2000" b="1" dirty="0"/>
              <a:t>Presentation at FETI </a:t>
            </a:r>
            <a:r>
              <a:rPr lang="en-US" sz="2000" b="1" i="1" dirty="0"/>
              <a:t>(</a:t>
            </a:r>
            <a:r>
              <a:rPr lang="hu-HU" sz="2000" b="1" i="1" dirty="0" err="1"/>
              <a:t>June</a:t>
            </a:r>
            <a:r>
              <a:rPr lang="hu-HU" sz="2000" b="1" i="1" dirty="0"/>
              <a:t> 1, 14:00)</a:t>
            </a:r>
            <a:endParaRPr lang="hu-HU" sz="200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4463B3C-A79A-3338-9201-D0123B61ADF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0099164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CB91F8-2144-3D64-0594-DD0445B136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Deliverables</a:t>
            </a:r>
            <a:endParaRPr lang="hu-HU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628404E-6786-FD69-8DE2-695ED73547F8}"/>
              </a:ext>
            </a:extLst>
          </p:cNvPr>
          <p:cNvSpPr txBox="1"/>
          <p:nvPr/>
        </p:nvSpPr>
        <p:spPr>
          <a:xfrm>
            <a:off x="1199535" y="1997935"/>
            <a:ext cx="10117848" cy="36341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lnSpc>
                <a:spcPct val="115000"/>
              </a:lnSpc>
              <a:spcBef>
                <a:spcPts val="200"/>
              </a:spcBef>
              <a:spcAft>
                <a:spcPts val="300"/>
              </a:spcAft>
              <a:buFont typeface="Symbol" panose="05050102010706020507" pitchFamily="18" charset="2"/>
              <a:buChar char=""/>
              <a:tabLst>
                <a:tab pos="228600" algn="l"/>
              </a:tabLst>
            </a:pPr>
            <a:r>
              <a:rPr lang="en-US" sz="2000" b="1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All </a:t>
            </a:r>
            <a:r>
              <a:rPr lang="hu-HU" sz="2000" b="1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p</a:t>
            </a:r>
            <a:r>
              <a:rPr lang="en-US" sz="2000" b="1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ython</a:t>
            </a:r>
            <a:r>
              <a:rPr lang="en-US" sz="2000" b="1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source files</a:t>
            </a:r>
            <a:r>
              <a:rPr lang="hu-HU" sz="20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:</a:t>
            </a:r>
          </a:p>
          <a:p>
            <a:pPr marL="800100" lvl="1" indent="-342900">
              <a:lnSpc>
                <a:spcPct val="115000"/>
              </a:lnSpc>
              <a:spcBef>
                <a:spcPts val="200"/>
              </a:spcBef>
              <a:spcAft>
                <a:spcPts val="300"/>
              </a:spcAft>
              <a:buFont typeface="Symbol" panose="05050102010706020507" pitchFamily="18" charset="2"/>
              <a:buChar char=""/>
              <a:tabLst>
                <a:tab pos="228600" algn="l"/>
              </a:tabLst>
            </a:pPr>
            <a:r>
              <a:rPr lang="hu-HU" sz="20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annotation_</a:t>
            </a:r>
            <a:r>
              <a:rPr lang="hu-HU" sz="2000" dirty="0"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pipline.py, fusion_pipeline.py, grid_mapping.py, trainin_dataset.py, training.py</a:t>
            </a:r>
          </a:p>
          <a:p>
            <a:pPr marL="342900" lvl="0" indent="-342900">
              <a:lnSpc>
                <a:spcPct val="115000"/>
              </a:lnSpc>
              <a:spcBef>
                <a:spcPts val="200"/>
              </a:spcBef>
              <a:spcAft>
                <a:spcPts val="300"/>
              </a:spcAft>
              <a:buFont typeface="Symbol" panose="05050102010706020507" pitchFamily="18" charset="2"/>
              <a:buChar char=""/>
              <a:tabLst>
                <a:tab pos="228600" algn="l"/>
              </a:tabLst>
            </a:pPr>
            <a:r>
              <a:rPr lang="hu-HU" sz="20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Final</a:t>
            </a:r>
            <a:r>
              <a:rPr lang="en-US" sz="20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2000" b="1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grid mapping </a:t>
            </a:r>
            <a:r>
              <a:rPr lang="en-US" sz="20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pipeline as a self-contained, importable </a:t>
            </a:r>
            <a:r>
              <a:rPr lang="en-US" sz="2000" b="1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script</a:t>
            </a:r>
            <a:r>
              <a:rPr lang="en-US" sz="20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.</a:t>
            </a:r>
            <a:endParaRPr lang="hu-HU" sz="2000" dirty="0">
              <a:effectLst/>
              <a:latin typeface="Times New Roman" panose="020206030504050203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Bef>
                <a:spcPts val="200"/>
              </a:spcBef>
              <a:spcAft>
                <a:spcPts val="300"/>
              </a:spcAft>
              <a:buFont typeface="Symbol" panose="05050102010706020507" pitchFamily="18" charset="2"/>
              <a:buChar char=""/>
              <a:tabLst>
                <a:tab pos="228600" algn="l"/>
              </a:tabLst>
            </a:pPr>
            <a:r>
              <a:rPr lang="en-US" sz="20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The </a:t>
            </a:r>
            <a:r>
              <a:rPr lang="en-US" sz="2000" b="1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trained model</a:t>
            </a:r>
            <a:r>
              <a:rPr lang="en-US" sz="20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exported in </a:t>
            </a:r>
            <a:r>
              <a:rPr lang="hu-HU" sz="20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PyTorch</a:t>
            </a:r>
            <a:r>
              <a:rPr lang="hu-HU" sz="20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(.</a:t>
            </a:r>
            <a:r>
              <a:rPr lang="hu-HU" sz="20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pt</a:t>
            </a:r>
            <a:r>
              <a:rPr lang="hu-HU" sz="20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) </a:t>
            </a:r>
            <a:r>
              <a:rPr lang="en-US" sz="20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format.</a:t>
            </a:r>
            <a:endParaRPr lang="hu-HU" sz="2000" dirty="0">
              <a:effectLst/>
              <a:latin typeface="Times New Roman" panose="020206030504050203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Bef>
                <a:spcPts val="200"/>
              </a:spcBef>
              <a:spcAft>
                <a:spcPts val="300"/>
              </a:spcAft>
              <a:buFont typeface="Symbol" panose="05050102010706020507" pitchFamily="18" charset="2"/>
              <a:buChar char=""/>
              <a:tabLst>
                <a:tab pos="228600" algn="l"/>
              </a:tabLst>
            </a:pPr>
            <a:r>
              <a:rPr lang="en-US" sz="20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A </a:t>
            </a:r>
            <a:r>
              <a:rPr lang="en-US" sz="2000" b="1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README</a:t>
            </a:r>
            <a:r>
              <a:rPr lang="en-US" sz="20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file with clear instructions for setting up the environment and running the full pipeline from raw CSV input to inference output.</a:t>
            </a:r>
            <a:endParaRPr lang="hu-HU" sz="2000" dirty="0">
              <a:effectLst/>
              <a:latin typeface="Times New Roman" panose="020206030504050203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Bef>
                <a:spcPts val="200"/>
              </a:spcBef>
              <a:spcAft>
                <a:spcPts val="300"/>
              </a:spcAft>
              <a:buFont typeface="Symbol" panose="05050102010706020507" pitchFamily="18" charset="2"/>
              <a:buChar char=""/>
              <a:tabLst>
                <a:tab pos="228600" algn="l"/>
              </a:tabLst>
            </a:pPr>
            <a:r>
              <a:rPr lang="en-US" sz="20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A written </a:t>
            </a:r>
            <a:r>
              <a:rPr lang="en-US" sz="2000" b="1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project report</a:t>
            </a:r>
            <a:r>
              <a:rPr lang="en-US" sz="20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.</a:t>
            </a:r>
            <a:endParaRPr lang="hu-HU" sz="2000" dirty="0">
              <a:effectLst/>
              <a:latin typeface="Times New Roman" panose="020206030504050203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Bef>
                <a:spcPts val="200"/>
              </a:spcBef>
              <a:spcAft>
                <a:spcPts val="300"/>
              </a:spcAft>
              <a:buFont typeface="Symbol" panose="05050102010706020507" pitchFamily="18" charset="2"/>
              <a:buChar char=""/>
              <a:tabLst>
                <a:tab pos="228600" algn="l"/>
              </a:tabLst>
            </a:pPr>
            <a:r>
              <a:rPr lang="en-US" sz="20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The </a:t>
            </a:r>
            <a:r>
              <a:rPr lang="en-US" sz="2000" b="1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presentation slides</a:t>
            </a:r>
            <a:r>
              <a:rPr lang="en-US" sz="20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prepared for the final session.</a:t>
            </a:r>
            <a:endParaRPr lang="hu-HU" sz="2000" dirty="0">
              <a:effectLst/>
              <a:latin typeface="Times New Roman" panose="020206030504050203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443413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8C45C9-6966-5C53-2201-2D1310CF31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err="1"/>
              <a:t>Inference</a:t>
            </a:r>
            <a:r>
              <a:rPr lang="hu-HU" dirty="0"/>
              <a:t> </a:t>
            </a:r>
            <a:r>
              <a:rPr lang="hu-HU" dirty="0" err="1"/>
              <a:t>Demonstration</a:t>
            </a:r>
            <a:r>
              <a:rPr lang="hu-HU" dirty="0"/>
              <a:t> (</a:t>
            </a:r>
            <a:r>
              <a:rPr lang="hu-HU" dirty="0" err="1"/>
              <a:t>on</a:t>
            </a:r>
            <a:r>
              <a:rPr lang="hu-HU" dirty="0"/>
              <a:t> FETI </a:t>
            </a:r>
            <a:r>
              <a:rPr lang="hu-HU" dirty="0" err="1"/>
              <a:t>side</a:t>
            </a:r>
            <a:r>
              <a:rPr lang="hu-HU" dirty="0"/>
              <a:t>) 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58E7A2FB-B38A-1BCC-2958-BE7F128DFA2D}"/>
              </a:ext>
            </a:extLst>
          </p:cNvPr>
          <p:cNvGrpSpPr/>
          <p:nvPr/>
        </p:nvGrpSpPr>
        <p:grpSpPr>
          <a:xfrm>
            <a:off x="2737514" y="1497942"/>
            <a:ext cx="2135140" cy="1281084"/>
            <a:chOff x="2994080" y="910445"/>
            <a:chExt cx="2135140" cy="1281084"/>
          </a:xfrm>
        </p:grpSpPr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EDF1DEA6-56D0-B4C6-B976-56448403953C}"/>
                </a:ext>
              </a:extLst>
            </p:cNvPr>
            <p:cNvSpPr/>
            <p:nvPr/>
          </p:nvSpPr>
          <p:spPr>
            <a:xfrm>
              <a:off x="2994080" y="910445"/>
              <a:ext cx="2135140" cy="1281084"/>
            </a:xfrm>
            <a:prstGeom prst="roundRect">
              <a:avLst>
                <a:gd name="adj" fmla="val 10000"/>
              </a:avLst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hu-HU"/>
            </a:p>
          </p:txBody>
        </p:sp>
        <p:sp>
          <p:nvSpPr>
            <p:cNvPr id="10" name="Rectangle: Rounded Corners 4">
              <a:extLst>
                <a:ext uri="{FF2B5EF4-FFF2-40B4-BE49-F238E27FC236}">
                  <a16:creationId xmlns:a16="http://schemas.microsoft.com/office/drawing/2014/main" id="{B5186576-6785-37DE-9493-39BB3DC139BE}"/>
                </a:ext>
              </a:extLst>
            </p:cNvPr>
            <p:cNvSpPr txBox="1"/>
            <p:nvPr/>
          </p:nvSpPr>
          <p:spPr>
            <a:xfrm>
              <a:off x="3031602" y="947967"/>
              <a:ext cx="2060096" cy="1206040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95250" tIns="95250" rIns="95250" bIns="95250" numCol="1" spcCol="1270" anchor="ctr" anchorCtr="0">
              <a:noAutofit/>
            </a:bodyPr>
            <a:lstStyle/>
            <a:p>
              <a:pPr marL="0" lvl="0" indent="0" algn="ctr" defTabSz="11112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hu-HU" sz="2500" kern="1200" dirty="0" err="1"/>
                <a:t>Grid</a:t>
              </a:r>
              <a:r>
                <a:rPr lang="hu-HU" sz="2500" kern="1200" dirty="0"/>
                <a:t> </a:t>
              </a:r>
              <a:r>
                <a:rPr lang="hu-HU" sz="2500" kern="1200" dirty="0" err="1"/>
                <a:t>Mapping</a:t>
              </a:r>
              <a:endParaRPr lang="hu-HU" sz="2500" kern="1200" dirty="0"/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C09942DA-15CE-C41C-6B75-57C3B051E078}"/>
              </a:ext>
            </a:extLst>
          </p:cNvPr>
          <p:cNvGrpSpPr/>
          <p:nvPr/>
        </p:nvGrpSpPr>
        <p:grpSpPr>
          <a:xfrm>
            <a:off x="6857231" y="1460420"/>
            <a:ext cx="2135140" cy="1281084"/>
            <a:chOff x="5983278" y="910445"/>
            <a:chExt cx="2135140" cy="1281084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3997BC23-2A04-4601-BDF2-04CC263E6F84}"/>
                </a:ext>
              </a:extLst>
            </p:cNvPr>
            <p:cNvSpPr/>
            <p:nvPr/>
          </p:nvSpPr>
          <p:spPr>
            <a:xfrm>
              <a:off x="5983278" y="910445"/>
              <a:ext cx="2135140" cy="1281084"/>
            </a:xfrm>
            <a:prstGeom prst="roundRect">
              <a:avLst>
                <a:gd name="adj" fmla="val 10000"/>
              </a:avLst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hu-HU"/>
            </a:p>
          </p:txBody>
        </p:sp>
        <p:sp>
          <p:nvSpPr>
            <p:cNvPr id="13" name="Rectangle: Rounded Corners 4">
              <a:extLst>
                <a:ext uri="{FF2B5EF4-FFF2-40B4-BE49-F238E27FC236}">
                  <a16:creationId xmlns:a16="http://schemas.microsoft.com/office/drawing/2014/main" id="{5F9E6363-0D93-AEDD-3394-24D8796F254E}"/>
                </a:ext>
              </a:extLst>
            </p:cNvPr>
            <p:cNvSpPr txBox="1"/>
            <p:nvPr/>
          </p:nvSpPr>
          <p:spPr>
            <a:xfrm>
              <a:off x="6020800" y="947967"/>
              <a:ext cx="2060096" cy="1206040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95250" tIns="95250" rIns="95250" bIns="95250" numCol="1" spcCol="1270" anchor="ctr" anchorCtr="0">
              <a:noAutofit/>
            </a:bodyPr>
            <a:lstStyle/>
            <a:p>
              <a:pPr marL="0" lvl="0" indent="0" algn="ctr" defTabSz="11112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hu-HU" sz="2500" kern="1200" dirty="0" err="1"/>
                <a:t>Model</a:t>
              </a:r>
              <a:endParaRPr lang="hu-HU" sz="2500" kern="1200" dirty="0"/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6EBA3FCC-FD6E-D8CF-67D5-15103C46226A}"/>
              </a:ext>
            </a:extLst>
          </p:cNvPr>
          <p:cNvGrpSpPr/>
          <p:nvPr/>
        </p:nvGrpSpPr>
        <p:grpSpPr>
          <a:xfrm>
            <a:off x="5211098" y="1878611"/>
            <a:ext cx="1290802" cy="529514"/>
            <a:chOff x="5342735" y="1286230"/>
            <a:chExt cx="452649" cy="529514"/>
          </a:xfrm>
        </p:grpSpPr>
        <p:sp>
          <p:nvSpPr>
            <p:cNvPr id="15" name="Arrow: Right 14">
              <a:extLst>
                <a:ext uri="{FF2B5EF4-FFF2-40B4-BE49-F238E27FC236}">
                  <a16:creationId xmlns:a16="http://schemas.microsoft.com/office/drawing/2014/main" id="{81D6C762-999C-89E3-EC9D-89F820EFC7F3}"/>
                </a:ext>
              </a:extLst>
            </p:cNvPr>
            <p:cNvSpPr/>
            <p:nvPr/>
          </p:nvSpPr>
          <p:spPr>
            <a:xfrm>
              <a:off x="5342735" y="1286230"/>
              <a:ext cx="452649" cy="529514"/>
            </a:xfrm>
            <a:prstGeom prst="rightArrow">
              <a:avLst>
                <a:gd name="adj1" fmla="val 60000"/>
                <a:gd name="adj2" fmla="val 50000"/>
              </a:avLst>
            </a:prstGeom>
          </p:spPr>
          <p:style>
            <a:ln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6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hu-HU"/>
            </a:p>
          </p:txBody>
        </p:sp>
        <p:sp>
          <p:nvSpPr>
            <p:cNvPr id="16" name="Arrow: Right 4">
              <a:extLst>
                <a:ext uri="{FF2B5EF4-FFF2-40B4-BE49-F238E27FC236}">
                  <a16:creationId xmlns:a16="http://schemas.microsoft.com/office/drawing/2014/main" id="{355A7154-67C3-2B0D-A67A-A1861910035B}"/>
                </a:ext>
              </a:extLst>
            </p:cNvPr>
            <p:cNvSpPr txBox="1"/>
            <p:nvPr/>
          </p:nvSpPr>
          <p:spPr>
            <a:xfrm>
              <a:off x="5342735" y="1392133"/>
              <a:ext cx="316854" cy="317708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0" tIns="0" rIns="0" bIns="0" numCol="1" spcCol="1270" anchor="ctr" anchorCtr="0">
              <a:noAutofit/>
            </a:bodyPr>
            <a:lstStyle/>
            <a:p>
              <a:pPr marL="0" lvl="0" indent="0" algn="ctr" defTabSz="8890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hu-HU" sz="2000" kern="1200"/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84C92A2E-F483-C254-085E-A7A3CE98E90F}"/>
              </a:ext>
            </a:extLst>
          </p:cNvPr>
          <p:cNvGrpSpPr/>
          <p:nvPr/>
        </p:nvGrpSpPr>
        <p:grpSpPr>
          <a:xfrm>
            <a:off x="1108268" y="1878611"/>
            <a:ext cx="1290802" cy="529514"/>
            <a:chOff x="5342735" y="1286230"/>
            <a:chExt cx="452649" cy="529514"/>
          </a:xfrm>
        </p:grpSpPr>
        <p:sp>
          <p:nvSpPr>
            <p:cNvPr id="20" name="Arrow: Right 19">
              <a:extLst>
                <a:ext uri="{FF2B5EF4-FFF2-40B4-BE49-F238E27FC236}">
                  <a16:creationId xmlns:a16="http://schemas.microsoft.com/office/drawing/2014/main" id="{FFCFFD44-9234-133B-0147-0569D6DC8A74}"/>
                </a:ext>
              </a:extLst>
            </p:cNvPr>
            <p:cNvSpPr/>
            <p:nvPr/>
          </p:nvSpPr>
          <p:spPr>
            <a:xfrm>
              <a:off x="5342735" y="1286230"/>
              <a:ext cx="452649" cy="529514"/>
            </a:xfrm>
            <a:prstGeom prst="rightArrow">
              <a:avLst>
                <a:gd name="adj1" fmla="val 60000"/>
                <a:gd name="adj2" fmla="val 50000"/>
              </a:avLst>
            </a:prstGeom>
          </p:spPr>
          <p:style>
            <a:ln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6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hu-HU"/>
            </a:p>
          </p:txBody>
        </p:sp>
        <p:sp>
          <p:nvSpPr>
            <p:cNvPr id="21" name="Arrow: Right 4">
              <a:extLst>
                <a:ext uri="{FF2B5EF4-FFF2-40B4-BE49-F238E27FC236}">
                  <a16:creationId xmlns:a16="http://schemas.microsoft.com/office/drawing/2014/main" id="{9B6BCF87-5816-A6B5-EAFD-1B70946B633E}"/>
                </a:ext>
              </a:extLst>
            </p:cNvPr>
            <p:cNvSpPr txBox="1"/>
            <p:nvPr/>
          </p:nvSpPr>
          <p:spPr>
            <a:xfrm>
              <a:off x="5342735" y="1392133"/>
              <a:ext cx="316854" cy="317708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0" tIns="0" rIns="0" bIns="0" numCol="1" spcCol="1270" anchor="ctr" anchorCtr="0">
              <a:noAutofit/>
            </a:bodyPr>
            <a:lstStyle/>
            <a:p>
              <a:pPr marL="0" lvl="0" indent="0" algn="ctr" defTabSz="8890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hu-HU" sz="2000" kern="1200"/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803D1C0E-2112-05C0-5E22-C42FC7828728}"/>
              </a:ext>
            </a:extLst>
          </p:cNvPr>
          <p:cNvGrpSpPr/>
          <p:nvPr/>
        </p:nvGrpSpPr>
        <p:grpSpPr>
          <a:xfrm>
            <a:off x="9366864" y="1878611"/>
            <a:ext cx="1290802" cy="529514"/>
            <a:chOff x="5342735" y="1286230"/>
            <a:chExt cx="452649" cy="529514"/>
          </a:xfrm>
        </p:grpSpPr>
        <p:sp>
          <p:nvSpPr>
            <p:cNvPr id="23" name="Arrow: Right 22">
              <a:extLst>
                <a:ext uri="{FF2B5EF4-FFF2-40B4-BE49-F238E27FC236}">
                  <a16:creationId xmlns:a16="http://schemas.microsoft.com/office/drawing/2014/main" id="{D2D8BB4A-297E-6CCA-4AF0-C5E5C0FF3B12}"/>
                </a:ext>
              </a:extLst>
            </p:cNvPr>
            <p:cNvSpPr/>
            <p:nvPr/>
          </p:nvSpPr>
          <p:spPr>
            <a:xfrm>
              <a:off x="5342735" y="1286230"/>
              <a:ext cx="452649" cy="529514"/>
            </a:xfrm>
            <a:prstGeom prst="rightArrow">
              <a:avLst>
                <a:gd name="adj1" fmla="val 60000"/>
                <a:gd name="adj2" fmla="val 50000"/>
              </a:avLst>
            </a:prstGeom>
          </p:spPr>
          <p:style>
            <a:ln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6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hu-HU"/>
            </a:p>
          </p:txBody>
        </p:sp>
        <p:sp>
          <p:nvSpPr>
            <p:cNvPr id="24" name="Arrow: Right 4">
              <a:extLst>
                <a:ext uri="{FF2B5EF4-FFF2-40B4-BE49-F238E27FC236}">
                  <a16:creationId xmlns:a16="http://schemas.microsoft.com/office/drawing/2014/main" id="{497A606F-6264-F811-CA16-FA81D33C8B92}"/>
                </a:ext>
              </a:extLst>
            </p:cNvPr>
            <p:cNvSpPr txBox="1"/>
            <p:nvPr/>
          </p:nvSpPr>
          <p:spPr>
            <a:xfrm>
              <a:off x="5342735" y="1392133"/>
              <a:ext cx="316854" cy="317708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0" tIns="0" rIns="0" bIns="0" numCol="1" spcCol="1270" anchor="ctr" anchorCtr="0">
              <a:noAutofit/>
            </a:bodyPr>
            <a:lstStyle/>
            <a:p>
              <a:pPr marL="0" lvl="0" indent="0" algn="ctr" defTabSz="8890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hu-HU" sz="2000" kern="1200"/>
            </a:p>
          </p:txBody>
        </p:sp>
      </p:grpSp>
      <p:sp>
        <p:nvSpPr>
          <p:cNvPr id="25" name="TextBox 24">
            <a:extLst>
              <a:ext uri="{FF2B5EF4-FFF2-40B4-BE49-F238E27FC236}">
                <a16:creationId xmlns:a16="http://schemas.microsoft.com/office/drawing/2014/main" id="{30F16CE2-9BE2-CAAA-31D7-86E296E57C50}"/>
              </a:ext>
            </a:extLst>
          </p:cNvPr>
          <p:cNvSpPr txBox="1"/>
          <p:nvPr/>
        </p:nvSpPr>
        <p:spPr>
          <a:xfrm>
            <a:off x="634427" y="1313276"/>
            <a:ext cx="185124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lang="hu-HU" dirty="0"/>
              <a:t>CSV </a:t>
            </a:r>
            <a:r>
              <a:rPr lang="hu-HU" dirty="0" err="1"/>
              <a:t>Point</a:t>
            </a:r>
            <a:r>
              <a:rPr lang="hu-HU" dirty="0"/>
              <a:t> </a:t>
            </a:r>
            <a:r>
              <a:rPr lang="hu-HU" dirty="0" err="1"/>
              <a:t>cloud</a:t>
            </a:r>
            <a:endParaRPr lang="hu-HU" sz="1800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BB64703-05A8-9C49-AAD8-B3E6E9C52121}"/>
              </a:ext>
            </a:extLst>
          </p:cNvPr>
          <p:cNvSpPr txBox="1"/>
          <p:nvPr/>
        </p:nvSpPr>
        <p:spPr>
          <a:xfrm>
            <a:off x="5043511" y="1394193"/>
            <a:ext cx="185124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lang="hu-HU" sz="1800" dirty="0" err="1"/>
              <a:t>Pseudo</a:t>
            </a:r>
            <a:r>
              <a:rPr lang="hu-HU" sz="1800" dirty="0"/>
              <a:t> </a:t>
            </a:r>
            <a:r>
              <a:rPr lang="hu-HU" sz="1800" dirty="0" err="1"/>
              <a:t>images</a:t>
            </a:r>
            <a:endParaRPr lang="hu-HU" sz="1800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2F50EA1-F38F-047B-1A42-0FA15470042B}"/>
              </a:ext>
            </a:extLst>
          </p:cNvPr>
          <p:cNvSpPr txBox="1"/>
          <p:nvPr/>
        </p:nvSpPr>
        <p:spPr>
          <a:xfrm>
            <a:off x="9246800" y="1255693"/>
            <a:ext cx="269939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lang="hu-HU" sz="1800" dirty="0" err="1"/>
              <a:t>Pseudo</a:t>
            </a:r>
            <a:r>
              <a:rPr lang="hu-HU" sz="1800" dirty="0"/>
              <a:t> </a:t>
            </a:r>
            <a:r>
              <a:rPr lang="hu-HU" sz="1800" dirty="0" err="1"/>
              <a:t>images</a:t>
            </a:r>
            <a:r>
              <a:rPr lang="hu-HU" sz="1800" dirty="0"/>
              <a:t> </a:t>
            </a:r>
            <a:r>
              <a:rPr lang="hu-HU" sz="1800" dirty="0" err="1"/>
              <a:t>with</a:t>
            </a:r>
            <a:r>
              <a:rPr lang="hu-HU" sz="1800" dirty="0"/>
              <a:t> </a:t>
            </a:r>
            <a:r>
              <a:rPr lang="hu-HU" sz="1800" dirty="0" err="1"/>
              <a:t>detections</a:t>
            </a:r>
            <a:r>
              <a:rPr lang="hu-HU" sz="1800" dirty="0"/>
              <a:t> and </a:t>
            </a:r>
            <a:r>
              <a:rPr lang="hu-HU" sz="1800" dirty="0" err="1"/>
              <a:t>classes</a:t>
            </a:r>
            <a:endParaRPr lang="hu-HU" sz="1800" dirty="0"/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24ED03F5-B9B6-7271-4AAA-881199B3B3A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26480"/>
          <a:stretch>
            <a:fillRect/>
          </a:stretch>
        </p:blipFill>
        <p:spPr bwMode="auto">
          <a:xfrm>
            <a:off x="252464" y="3238448"/>
            <a:ext cx="2522572" cy="2306276"/>
          </a:xfrm>
          <a:prstGeom prst="rect">
            <a:avLst/>
          </a:prstGeom>
          <a:ln>
            <a:solidFill>
              <a:schemeClr val="tx1"/>
            </a:solidFill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2050" name="Picture 2" descr="How to Run a Python Script: A Beginners Guide | Unixmen">
            <a:extLst>
              <a:ext uri="{FF2B5EF4-FFF2-40B4-BE49-F238E27FC236}">
                <a16:creationId xmlns:a16="http://schemas.microsoft.com/office/drawing/2014/main" id="{CBB11760-5CED-D959-5C00-0A555D55B32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360" r="25279"/>
          <a:stretch>
            <a:fillRect/>
          </a:stretch>
        </p:blipFill>
        <p:spPr bwMode="auto">
          <a:xfrm>
            <a:off x="3123486" y="3429000"/>
            <a:ext cx="1467620" cy="1600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" name="Picture 2" descr="How to Run a Python Script: A Beginners Guide | Unixmen">
            <a:extLst>
              <a:ext uri="{FF2B5EF4-FFF2-40B4-BE49-F238E27FC236}">
                <a16:creationId xmlns:a16="http://schemas.microsoft.com/office/drawing/2014/main" id="{DE11C441-9BD2-884A-8BA3-E76F333BEDA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360" r="25279"/>
          <a:stretch>
            <a:fillRect/>
          </a:stretch>
        </p:blipFill>
        <p:spPr bwMode="auto">
          <a:xfrm>
            <a:off x="7243204" y="3487061"/>
            <a:ext cx="1467620" cy="1600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1CB71E81-BD0D-2D9E-6B44-159F352A1933}"/>
              </a:ext>
            </a:extLst>
          </p:cNvPr>
          <p:cNvSpPr txBox="1"/>
          <p:nvPr/>
        </p:nvSpPr>
        <p:spPr>
          <a:xfrm>
            <a:off x="2893917" y="2779026"/>
            <a:ext cx="195566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lang="hu-HU" dirty="0"/>
              <a:t>grid_mapping.py</a:t>
            </a:r>
            <a:endParaRPr lang="hu-HU" sz="1800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8ACD205-2CDD-F3BB-55E6-5EBEAF1CF98E}"/>
              </a:ext>
            </a:extLst>
          </p:cNvPr>
          <p:cNvSpPr txBox="1"/>
          <p:nvPr/>
        </p:nvSpPr>
        <p:spPr>
          <a:xfrm>
            <a:off x="7163916" y="2735514"/>
            <a:ext cx="195566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lang="hu-HU" dirty="0"/>
              <a:t>final_model.pt</a:t>
            </a:r>
            <a:endParaRPr lang="hu-HU" sz="1800" dirty="0"/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318A6096-7C6B-A1A7-B451-D1611B76851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59955" y="2716642"/>
            <a:ext cx="914400" cy="3048000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F3D9F132-BF37-C801-A25D-E56E55C618C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88434" y="2732803"/>
            <a:ext cx="914400" cy="304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38611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96A56C-973B-ED48-BC16-FAA824F883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err="1"/>
              <a:t>Visalization</a:t>
            </a:r>
            <a:r>
              <a:rPr lang="hu-HU" dirty="0"/>
              <a:t> </a:t>
            </a:r>
            <a:r>
              <a:rPr lang="hu-HU" dirty="0" err="1"/>
              <a:t>example</a:t>
            </a:r>
            <a:endParaRPr lang="hu-H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8AF06A-1328-AE94-009C-6553A76C67ED}"/>
              </a:ext>
            </a:extLst>
          </p:cNvPr>
          <p:cNvSpPr>
            <a:spLocks noGrp="1"/>
          </p:cNvSpPr>
          <p:nvPr>
            <p:ph sz="quarter" idx="19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D6CAA5-5523-8C8C-7A2C-41102424447A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endParaRPr lang="hu-HU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6129E09-EBA6-B0F3-3D5F-C5AFF0DF94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16" y="947819"/>
            <a:ext cx="10206338" cy="57524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78384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E8D920-3A56-0175-C8D8-15E6311FFF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Performance evaluation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A0F559-F47C-538D-0EB6-B0A9EF6BB729}"/>
              </a:ext>
            </a:extLst>
          </p:cNvPr>
          <p:cNvSpPr>
            <a:spLocks noGrp="1"/>
          </p:cNvSpPr>
          <p:nvPr>
            <p:ph sz="quarter" idx="19"/>
          </p:nvPr>
        </p:nvSpPr>
        <p:spPr/>
        <p:txBody>
          <a:bodyPr/>
          <a:lstStyle/>
          <a:p>
            <a:pPr marL="285750" indent="-285750">
              <a:buFontTx/>
              <a:buChar char="-"/>
            </a:pPr>
            <a:r>
              <a:rPr lang="en-US" sz="1800" noProof="0" dirty="0">
                <a:hlinkClick r:id="rId3"/>
              </a:rPr>
              <a:t>mAP@</a:t>
            </a:r>
            <a:r>
              <a:rPr lang="en-US" sz="1800" noProof="0" dirty="0"/>
              <a:t>30 per class </a:t>
            </a:r>
          </a:p>
          <a:p>
            <a:pPr marL="285750" indent="-285750">
              <a:buFontTx/>
              <a:buChar char="-"/>
            </a:pPr>
            <a:r>
              <a:rPr lang="en-US" sz="1800" noProof="0" dirty="0"/>
              <a:t>Recall</a:t>
            </a:r>
          </a:p>
          <a:p>
            <a:pPr marL="285750" indent="-285750">
              <a:buFontTx/>
              <a:buChar char="-"/>
            </a:pPr>
            <a:r>
              <a:rPr lang="en-US" sz="1800" noProof="0" dirty="0"/>
              <a:t>Precision</a:t>
            </a:r>
          </a:p>
          <a:p>
            <a:pPr marL="285750" indent="-285750">
              <a:buFontTx/>
              <a:buChar char="-"/>
            </a:pPr>
            <a:r>
              <a:rPr lang="en-US" sz="1800" noProof="0" dirty="0"/>
              <a:t>Inference time (&lt;40ms)</a:t>
            </a:r>
          </a:p>
          <a:p>
            <a:pPr marL="285750" indent="-285750">
              <a:buFontTx/>
              <a:buChar char="-"/>
            </a:pPr>
            <a:r>
              <a:rPr lang="en-US" sz="1800" noProof="0" dirty="0"/>
              <a:t>Etc.</a:t>
            </a:r>
            <a:endParaRPr lang="hu-HU" sz="1800" noProof="0" dirty="0"/>
          </a:p>
          <a:p>
            <a:pPr marL="285750" indent="-285750">
              <a:buFontTx/>
              <a:buChar char="-"/>
            </a:pPr>
            <a:r>
              <a:rPr lang="hu-HU" sz="1800" dirty="0"/>
              <a:t>(képek csak példák)</a:t>
            </a:r>
            <a:endParaRPr lang="en-US" sz="1800" noProof="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36154D2-24A1-A015-5C7A-4DCE0E471BD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r>
              <a:rPr lang="en-US" b="1" dirty="0"/>
              <a:t>Model Benchmarking with </a:t>
            </a:r>
            <a:r>
              <a:rPr lang="en-US" b="1" dirty="0" err="1"/>
              <a:t>Ultralytics</a:t>
            </a:r>
            <a:r>
              <a:rPr lang="en-US" b="1" dirty="0"/>
              <a:t> YOLO</a:t>
            </a:r>
          </a:p>
          <a:p>
            <a:endParaRPr lang="hu-HU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5ED12B4-F2F5-D523-AE00-44BB0A253CD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0191" y="3758952"/>
            <a:ext cx="4807384" cy="290716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7CACE85-5F7A-B671-5E18-9C654ED2C2E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58825" y="2040520"/>
            <a:ext cx="6310943" cy="4625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35081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68F26D-38A7-2502-52DF-8B229A83EC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err="1"/>
              <a:t>Presentation</a:t>
            </a:r>
            <a:r>
              <a:rPr lang="hu-HU" dirty="0"/>
              <a:t> </a:t>
            </a:r>
            <a:r>
              <a:rPr lang="hu-HU" dirty="0" err="1"/>
              <a:t>at</a:t>
            </a:r>
            <a:r>
              <a:rPr lang="hu-HU" dirty="0"/>
              <a:t> FETI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D1E0FC-2896-9974-4BDD-833841F0E2BC}"/>
              </a:ext>
            </a:extLst>
          </p:cNvPr>
          <p:cNvSpPr>
            <a:spLocks noGrp="1"/>
          </p:cNvSpPr>
          <p:nvPr>
            <p:ph sz="quarter" idx="19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noProof="0" dirty="0"/>
              <a:t>Presentation of Team1 – 15min</a:t>
            </a:r>
          </a:p>
          <a:p>
            <a:pPr marL="519750" lvl="1" indent="-285750">
              <a:buFont typeface="Arial" panose="020B0604020202020204" pitchFamily="34" charset="0"/>
              <a:buChar char="•"/>
            </a:pPr>
            <a:r>
              <a:rPr lang="en-US" sz="2400" noProof="0" dirty="0" err="1"/>
              <a:t>QnA</a:t>
            </a:r>
            <a:r>
              <a:rPr lang="en-US" sz="2400" noProof="0" dirty="0"/>
              <a:t> – 10min	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noProof="0" dirty="0"/>
              <a:t>Presentation of Team2 – 15min</a:t>
            </a:r>
          </a:p>
          <a:p>
            <a:pPr marL="519750" lvl="1" indent="-285750">
              <a:buFont typeface="Arial" panose="020B0604020202020204" pitchFamily="34" charset="0"/>
              <a:buChar char="•"/>
            </a:pPr>
            <a:r>
              <a:rPr lang="en-US" sz="2400" noProof="0" dirty="0" err="1"/>
              <a:t>QnA</a:t>
            </a:r>
            <a:r>
              <a:rPr lang="en-US" sz="2400" noProof="0" dirty="0"/>
              <a:t> – 10min	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noProof="0" dirty="0"/>
              <a:t>Presentation of Team3 – 15min</a:t>
            </a:r>
          </a:p>
          <a:p>
            <a:pPr marL="519750" lvl="1" indent="-285750">
              <a:buFont typeface="Arial" panose="020B0604020202020204" pitchFamily="34" charset="0"/>
              <a:buChar char="•"/>
            </a:pPr>
            <a:r>
              <a:rPr lang="en-US" sz="2400" noProof="0" dirty="0" err="1"/>
              <a:t>QnA</a:t>
            </a:r>
            <a:r>
              <a:rPr lang="en-US" sz="2400" noProof="0" dirty="0"/>
              <a:t> – 10min	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noProof="0" dirty="0"/>
              <a:t>Demonstration: </a:t>
            </a:r>
            <a:endParaRPr lang="hu-HU" sz="2400" noProof="0" dirty="0"/>
          </a:p>
          <a:p>
            <a:pPr marL="519750" lvl="1" indent="-285750">
              <a:buFont typeface="Arial" panose="020B0604020202020204" pitchFamily="34" charset="0"/>
              <a:buChar char="•"/>
            </a:pPr>
            <a:r>
              <a:rPr lang="en-US" sz="2400" noProof="0" dirty="0"/>
              <a:t>Inference and performance comparison (by FETI)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noProof="0" dirty="0"/>
              <a:t>Awards Ceremony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hu-HU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hu-HU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D7154EB-3962-2ED6-C4A6-485218129A4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r>
              <a:rPr lang="hu-HU" sz="2000" b="1" dirty="0" err="1"/>
              <a:t>June</a:t>
            </a:r>
            <a:r>
              <a:rPr lang="hu-HU" sz="2000" b="1" dirty="0"/>
              <a:t> 1st </a:t>
            </a:r>
            <a:r>
              <a:rPr lang="hu-HU" sz="2000" b="1" dirty="0" err="1"/>
              <a:t>Monday</a:t>
            </a:r>
            <a:r>
              <a:rPr lang="hu-HU" sz="2000" b="1" dirty="0"/>
              <a:t> 14:00-16:00:</a:t>
            </a:r>
          </a:p>
        </p:txBody>
      </p:sp>
    </p:spTree>
    <p:extLst>
      <p:ext uri="{BB962C8B-B14F-4D97-AF65-F5344CB8AC3E}">
        <p14:creationId xmlns:p14="http://schemas.microsoft.com/office/powerpoint/2010/main" val="9396969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191A5D-97FF-CFFC-B19A-A589C519B5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err="1"/>
              <a:t>Prize</a:t>
            </a:r>
            <a:endParaRPr lang="hu-HU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CCE7C99-0798-A2C6-B5C0-F7A86821EF3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r>
              <a:rPr lang="en-US" b="1" dirty="0"/>
              <a:t>Gift voucher worth a total of 100,000 HUF</a:t>
            </a:r>
            <a:endParaRPr lang="hu-HU" b="1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941F4FA-3597-0170-DE46-B4297AFB62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465" y="1917538"/>
            <a:ext cx="5462044" cy="398780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701AF89-D17F-F60D-D207-06FC55F351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3764" y="1917538"/>
            <a:ext cx="5559701" cy="3987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35873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Kép 6">
            <a:extLst>
              <a:ext uri="{FF2B5EF4-FFF2-40B4-BE49-F238E27FC236}">
                <a16:creationId xmlns:a16="http://schemas.microsoft.com/office/drawing/2014/main" id="{6F5E35C1-6A04-5C22-EC7D-ADA9F0C225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1110342"/>
            <a:ext cx="4191000" cy="5747658"/>
          </a:xfrm>
          <a:prstGeom prst="rect">
            <a:avLst/>
          </a:prstGeom>
        </p:spPr>
      </p:pic>
      <p:sp>
        <p:nvSpPr>
          <p:cNvPr id="4" name="Szöveg helye 3">
            <a:extLst>
              <a:ext uri="{FF2B5EF4-FFF2-40B4-BE49-F238E27FC236}">
                <a16:creationId xmlns:a16="http://schemas.microsoft.com/office/drawing/2014/main" id="{6A6E9484-1606-DB97-4204-2DB0AB02807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40000" y="3653383"/>
            <a:ext cx="6912000" cy="1323439"/>
          </a:xfrm>
        </p:spPr>
        <p:txBody>
          <a:bodyPr/>
          <a:lstStyle/>
          <a:p>
            <a:r>
              <a:rPr lang="en-GB" dirty="0"/>
              <a:t>FETI Kft.</a:t>
            </a:r>
          </a:p>
          <a:p>
            <a:r>
              <a:rPr lang="en-GB" dirty="0"/>
              <a:t>H-1158 Budapest, </a:t>
            </a:r>
            <a:r>
              <a:rPr lang="en-GB" dirty="0" err="1"/>
              <a:t>Késmárk</a:t>
            </a:r>
            <a:r>
              <a:rPr lang="en-GB" dirty="0"/>
              <a:t> u. 28/A</a:t>
            </a:r>
          </a:p>
          <a:p>
            <a:r>
              <a:rPr lang="en-GB" dirty="0"/>
              <a:t>Telephone: +36 1 414 0250</a:t>
            </a:r>
          </a:p>
          <a:p>
            <a:r>
              <a:rPr lang="en-GB" dirty="0"/>
              <a:t>Web: </a:t>
            </a:r>
            <a:r>
              <a:rPr lang="en-GB" dirty="0">
                <a:hlinkClick r:id="rId4"/>
              </a:rPr>
              <a:t>https://www.feti.hu</a:t>
            </a:r>
            <a:endParaRPr lang="hu-HU" dirty="0"/>
          </a:p>
          <a:p>
            <a:r>
              <a:rPr lang="hu-HU" dirty="0"/>
              <a:t>Email: robert.hajdu@furukawaelectric.com</a:t>
            </a:r>
            <a:endParaRPr lang="en-GB" dirty="0"/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id="{E2BD0E3D-077A-EAF3-BEAE-984D7418F8F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 flipH="1">
            <a:off x="540000" y="2968580"/>
            <a:ext cx="6912000" cy="684803"/>
          </a:xfrm>
        </p:spPr>
        <p:txBody>
          <a:bodyPr/>
          <a:lstStyle/>
          <a:p>
            <a:r>
              <a:rPr lang="en-GB" dirty="0"/>
              <a:t>Furukawa Electric Institute of Technology</a:t>
            </a:r>
          </a:p>
          <a:p>
            <a:r>
              <a:rPr lang="en-GB" b="1" dirty="0"/>
              <a:t>R&amp;D FOR A SUSTAINABLE FUTURE</a:t>
            </a:r>
          </a:p>
        </p:txBody>
      </p:sp>
      <p:sp>
        <p:nvSpPr>
          <p:cNvPr id="6" name="Szöveg helye 5">
            <a:extLst>
              <a:ext uri="{FF2B5EF4-FFF2-40B4-BE49-F238E27FC236}">
                <a16:creationId xmlns:a16="http://schemas.microsoft.com/office/drawing/2014/main" id="{2F3AD365-691C-313F-3BB4-489251F36259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40000" y="2476137"/>
            <a:ext cx="6912000" cy="492443"/>
          </a:xfrm>
        </p:spPr>
        <p:txBody>
          <a:bodyPr/>
          <a:lstStyle/>
          <a:p>
            <a:r>
              <a:rPr lang="en-GB" dirty="0"/>
              <a:t>THANK YOU!</a:t>
            </a:r>
          </a:p>
        </p:txBody>
      </p:sp>
      <p:pic>
        <p:nvPicPr>
          <p:cNvPr id="2" name="Kép 1">
            <a:extLst>
              <a:ext uri="{FF2B5EF4-FFF2-40B4-BE49-F238E27FC236}">
                <a16:creationId xmlns:a16="http://schemas.microsoft.com/office/drawing/2014/main" id="{BDED2937-ECE6-E375-1FC8-E43AFDF3A2B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67751" y="2476137"/>
            <a:ext cx="2141110" cy="2141110"/>
          </a:xfrm>
          <a:prstGeom prst="rect">
            <a:avLst/>
          </a:prstGeom>
        </p:spPr>
      </p:pic>
      <p:sp>
        <p:nvSpPr>
          <p:cNvPr id="9" name="Szövegdoboz 8">
            <a:extLst>
              <a:ext uri="{FF2B5EF4-FFF2-40B4-BE49-F238E27FC236}">
                <a16:creationId xmlns:a16="http://schemas.microsoft.com/office/drawing/2014/main" id="{D12B893C-6B53-D8D5-BE43-928C2F0DA3B8}"/>
              </a:ext>
            </a:extLst>
          </p:cNvPr>
          <p:cNvSpPr txBox="1"/>
          <p:nvPr/>
        </p:nvSpPr>
        <p:spPr>
          <a:xfrm>
            <a:off x="9236868" y="5221265"/>
            <a:ext cx="169306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b="1" dirty="0">
                <a:solidFill>
                  <a:srgbClr val="0066CC"/>
                </a:solidFill>
              </a:rPr>
              <a:t>Follow FETI on LinkedIn</a:t>
            </a:r>
          </a:p>
        </p:txBody>
      </p:sp>
      <p:pic>
        <p:nvPicPr>
          <p:cNvPr id="10" name="Kép 9">
            <a:extLst>
              <a:ext uri="{FF2B5EF4-FFF2-40B4-BE49-F238E27FC236}">
                <a16:creationId xmlns:a16="http://schemas.microsoft.com/office/drawing/2014/main" id="{8FD1B3D8-00FB-94D2-4BBD-A9EF76554C2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39175" y="5101517"/>
            <a:ext cx="885825" cy="885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740788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SCLIENT" val="True"/>
  <p:tag name="TEMPLATECREATED" val="2022-08-03 08:22 午前"/>
  <p:tag name="THINKCELLUNDODONOTDELETE" val="0"/>
  <p:tag name="TEMPLATELASTEDITED" val="2022-10-17 11:14 午前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5tNN_OdVRnC_8Tatiiw6bA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Rectangl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Rectangle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Rectangle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heme/theme1.xml><?xml version="1.0" encoding="utf-8"?>
<a:theme xmlns:a="http://schemas.openxmlformats.org/drawingml/2006/main" name="標準03_Standard 03">
  <a:themeElements>
    <a:clrScheme name="Furukawa Color Scheme">
      <a:dk1>
        <a:srgbClr val="404040"/>
      </a:dk1>
      <a:lt1>
        <a:srgbClr val="FFFFFF"/>
      </a:lt1>
      <a:dk2>
        <a:srgbClr val="404040"/>
      </a:dk2>
      <a:lt2>
        <a:srgbClr val="FFFFFF"/>
      </a:lt2>
      <a:accent1>
        <a:srgbClr val="B2D5EF"/>
      </a:accent1>
      <a:accent2>
        <a:srgbClr val="3BBDF7"/>
      </a:accent2>
      <a:accent3>
        <a:srgbClr val="0075C2"/>
      </a:accent3>
      <a:accent4>
        <a:srgbClr val="003E68"/>
      </a:accent4>
      <a:accent5>
        <a:srgbClr val="E6002D"/>
      </a:accent5>
      <a:accent6>
        <a:srgbClr val="808080"/>
      </a:accent6>
      <a:hlink>
        <a:srgbClr val="003E68"/>
      </a:hlink>
      <a:folHlink>
        <a:srgbClr val="003E68"/>
      </a:folHlink>
    </a:clrScheme>
    <a:fontScheme name="Furukawa Fonts">
      <a:majorFont>
        <a:latin typeface="Arial"/>
        <a:ea typeface="Meiryo UI"/>
        <a:cs typeface=""/>
      </a:majorFont>
      <a:minorFont>
        <a:latin typeface="Arial"/>
        <a:ea typeface="Meiryo UI"/>
        <a:cs typeface="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solidFill>
            <a:schemeClr val="bg1"/>
          </a:solidFill>
        </a:ln>
      </a:spPr>
      <a:bodyPr rtlCol="0" anchor="ctr"/>
      <a:lstStyle>
        <a:defPPr algn="ctr">
          <a:defRPr kumimoji="1" dirty="0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2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/>
      <a:bodyPr vert="horz" wrap="square" lIns="0" tIns="0" rIns="0" bIns="0" rtlCol="0">
        <a:spAutoFit/>
      </a:bodyPr>
      <a:lstStyle>
        <a:defPPr algn="l">
          <a:spcAft>
            <a:spcPts val="300"/>
          </a:spcAft>
          <a:defRPr dirty="0"/>
        </a:defPPr>
      </a:lstStyle>
    </a:txDef>
  </a:objectDefaults>
  <a:extraClrSchemeLst/>
  <a:extLst>
    <a:ext uri="{05A4C25C-085E-4340-85A3-A5531E510DB2}">
      <thm15:themeFamily xmlns:thm15="http://schemas.microsoft.com/office/thememl/2012/main" name="Blank.potx" id="{D3694A19-6D27-41CE-8D3C-6F068CE193FB}" vid="{B9A1A64A-1DA6-4DA1-91B7-CFFA51138233}"/>
    </a:ext>
  </a:extLst>
</a:theme>
</file>

<file path=ppt/theme/theme2.xml><?xml version="1.0" encoding="utf-8"?>
<a:theme xmlns:a="http://schemas.openxmlformats.org/drawingml/2006/main" name="2_tempppt補足資料">
  <a:themeElements>
    <a:clrScheme name="Furukawa Color Scheme">
      <a:dk1>
        <a:srgbClr val="404040"/>
      </a:dk1>
      <a:lt1>
        <a:srgbClr val="FFFFFF"/>
      </a:lt1>
      <a:dk2>
        <a:srgbClr val="404040"/>
      </a:dk2>
      <a:lt2>
        <a:srgbClr val="FFFFFF"/>
      </a:lt2>
      <a:accent1>
        <a:srgbClr val="B2D5EF"/>
      </a:accent1>
      <a:accent2>
        <a:srgbClr val="3BBDF7"/>
      </a:accent2>
      <a:accent3>
        <a:srgbClr val="0075C2"/>
      </a:accent3>
      <a:accent4>
        <a:srgbClr val="003E68"/>
      </a:accent4>
      <a:accent5>
        <a:srgbClr val="E6002D"/>
      </a:accent5>
      <a:accent6>
        <a:srgbClr val="808080"/>
      </a:accent6>
      <a:hlink>
        <a:srgbClr val="003E68"/>
      </a:hlink>
      <a:folHlink>
        <a:srgbClr val="003E68"/>
      </a:folHlink>
    </a:clrScheme>
    <a:fontScheme name="Furukawa Fonts">
      <a:majorFont>
        <a:latin typeface="Arial"/>
        <a:ea typeface="Meiryo UI"/>
        <a:cs typeface=""/>
      </a:majorFont>
      <a:minorFont>
        <a:latin typeface="Arial"/>
        <a:ea typeface="Meiryo UI"/>
        <a:cs typeface="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solidFill>
            <a:schemeClr val="bg1"/>
          </a:solidFill>
        </a:ln>
      </a:spPr>
      <a:bodyPr rtlCol="0" anchor="ctr"/>
      <a:lstStyle>
        <a:defPPr algn="ctr">
          <a:defRPr kumimoji="1" dirty="0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2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/>
      <a:bodyPr vert="horz" wrap="none" lIns="0" tIns="0" rIns="0" bIns="0" rtlCol="0">
        <a:spAutoFit/>
      </a:bodyPr>
      <a:lstStyle>
        <a:defPPr algn="l">
          <a:defRPr kumimoji="1"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Blank.potx" id="{D3694A19-6D27-41CE-8D3C-6F068CE193FB}" vid="{87557F06-B445-43BE-A147-2F7F054862F1}"/>
    </a:ext>
  </a:extLst>
</a:theme>
</file>

<file path=ppt/theme/theme3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33c2dd37-6e28-41cf-819a-02f45142dc45">
      <Terms xmlns="http://schemas.microsoft.com/office/infopath/2007/PartnerControls"/>
    </lcf76f155ced4ddcb4097134ff3c332f>
    <TaxCatchAll xmlns="866f80fe-750a-427a-87b5-40cdc82b819e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kumentum" ma:contentTypeID="0x010100EC6B41C5D63D6B47A39B678AF8D13BF2" ma:contentTypeVersion="14" ma:contentTypeDescription="Új dokumentum létrehozása." ma:contentTypeScope="" ma:versionID="053cd1bc0dffdbf0b977b3b542d62b01">
  <xsd:schema xmlns:xsd="http://www.w3.org/2001/XMLSchema" xmlns:xs="http://www.w3.org/2001/XMLSchema" xmlns:p="http://schemas.microsoft.com/office/2006/metadata/properties" xmlns:ns2="866f80fe-750a-427a-87b5-40cdc82b819e" xmlns:ns3="33c2dd37-6e28-41cf-819a-02f45142dc45" targetNamespace="http://schemas.microsoft.com/office/2006/metadata/properties" ma:root="true" ma:fieldsID="54a366f1cbc4b351f96a5ec708f61057" ns2:_="" ns3:_="">
    <xsd:import namespace="866f80fe-750a-427a-87b5-40cdc82b819e"/>
    <xsd:import namespace="33c2dd37-6e28-41cf-819a-02f45142dc45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EventHashCode" minOccurs="0"/>
                <xsd:element ref="ns3:MediaServiceGenerationTime" minOccurs="0"/>
                <xsd:element ref="ns3:MediaServiceObjectDetectorVersions" minOccurs="0"/>
                <xsd:element ref="ns3:MediaServiceDateTaken" minOccurs="0"/>
                <xsd:element ref="ns3:MediaLengthInSeconds" minOccurs="0"/>
                <xsd:element ref="ns3:lcf76f155ced4ddcb4097134ff3c332f" minOccurs="0"/>
                <xsd:element ref="ns2:TaxCatchAll" minOccurs="0"/>
                <xsd:element ref="ns3:MediaServiceOCR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66f80fe-750a-427a-87b5-40cdc82b819e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Résztvevők" ma:description="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Megosztva részletekkel" ma:description="" ma:internalName="SharedWithDetails" ma:readOnly="true">
      <xsd:simpleType>
        <xsd:restriction base="dms:Note">
          <xsd:maxLength value="255"/>
        </xsd:restriction>
      </xsd:simpleType>
    </xsd:element>
    <xsd:element name="TaxCatchAll" ma:index="19" nillable="true" ma:displayName="Taxonomy Catch All Column" ma:hidden="true" ma:list="{45c69491-ccdb-4e11-bf8c-aec6efcb9f3e}" ma:internalName="TaxCatchAll" ma:showField="CatchAllData" ma:web="866f80fe-750a-427a-87b5-40cdc82b819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3c2dd37-6e28-41cf-819a-02f45142dc4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description="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description="" ma:hidden="true" ma:internalName="MediaServiceFastMetadata" ma:readOnly="true">
      <xsd:simpleType>
        <xsd:restriction base="dms:Note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ObjectDetectorVersions" ma:index="1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6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8" nillable="true" ma:taxonomy="true" ma:internalName="lcf76f155ced4ddcb4097134ff3c332f" ma:taxonomyFieldName="MediaServiceImageTags" ma:displayName="Képcímkék" ma:readOnly="false" ma:fieldId="{5cf76f15-5ced-4ddc-b409-7134ff3c332f}" ma:taxonomyMulti="true" ma:sspId="ff2cb0df-550a-407e-b653-309ca6aff56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artalomtípus"/>
        <xsd:element ref="dc:title" minOccurs="0" maxOccurs="1" ma:index="4" ma:displayName="Cím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E6147480-04F5-49A1-8324-36EA7336C902}">
  <ds:schemaRefs>
    <ds:schemaRef ds:uri="http://purl.org/dc/terms/"/>
    <ds:schemaRef ds:uri="http://purl.org/dc/dcmitype/"/>
    <ds:schemaRef ds:uri="http://schemas.microsoft.com/office/2006/metadata/properties"/>
    <ds:schemaRef ds:uri="http://www.w3.org/XML/1998/namespace"/>
    <ds:schemaRef ds:uri="http://schemas.microsoft.com/office/infopath/2007/PartnerControls"/>
    <ds:schemaRef ds:uri="http://schemas.microsoft.com/office/2006/documentManagement/types"/>
    <ds:schemaRef ds:uri="http://schemas.openxmlformats.org/package/2006/metadata/core-properties"/>
    <ds:schemaRef ds:uri="33c2dd37-6e28-41cf-819a-02f45142dc45"/>
    <ds:schemaRef ds:uri="866f80fe-750a-427a-87b5-40cdc82b819e"/>
    <ds:schemaRef ds:uri="http://purl.org/dc/elements/1.1/"/>
  </ds:schemaRefs>
</ds:datastoreItem>
</file>

<file path=customXml/itemProps2.xml><?xml version="1.0" encoding="utf-8"?>
<ds:datastoreItem xmlns:ds="http://schemas.openxmlformats.org/officeDocument/2006/customXml" ds:itemID="{8D915AEA-D3D9-4A4F-9E3E-72321407E16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F0E8B91F-C8C5-481F-B0AA-D6938D4E8484}">
  <ds:schemaRefs>
    <ds:schemaRef ds:uri="33c2dd37-6e28-41cf-819a-02f45142dc45"/>
    <ds:schemaRef ds:uri="866f80fe-750a-427a-87b5-40cdc82b819e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blank</Template>
  <TotalTime>2521</TotalTime>
  <Words>462</Words>
  <Application>Microsoft Office PowerPoint</Application>
  <PresentationFormat>Widescreen</PresentationFormat>
  <Paragraphs>100</Paragraphs>
  <Slides>12</Slides>
  <Notes>4</Notes>
  <HiddenSlides>0</HiddenSlides>
  <MMClips>0</MMClips>
  <ScaleCrop>false</ScaleCrop>
  <HeadingPairs>
    <vt:vector size="8" baseType="variant">
      <vt:variant>
        <vt:lpstr>Fonts Used</vt:lpstr>
      </vt:variant>
      <vt:variant>
        <vt:i4>9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4" baseType="lpstr">
      <vt:lpstr>HGP創英角ｺﾞｼｯｸUB</vt:lpstr>
      <vt:lpstr>游ゴシック</vt:lpstr>
      <vt:lpstr>Aptos Narrow</vt:lpstr>
      <vt:lpstr>Arial</vt:lpstr>
      <vt:lpstr>Calibri Light</vt:lpstr>
      <vt:lpstr>Georgia</vt:lpstr>
      <vt:lpstr>Symbol</vt:lpstr>
      <vt:lpstr>Times New Roman</vt:lpstr>
      <vt:lpstr>Wingdings</vt:lpstr>
      <vt:lpstr>標準03_Standard 03</vt:lpstr>
      <vt:lpstr>2_tempppt補足資料</vt:lpstr>
      <vt:lpstr>think-cell Slide</vt:lpstr>
      <vt:lpstr>PowerPoint Presentation</vt:lpstr>
      <vt:lpstr>Agenda</vt:lpstr>
      <vt:lpstr>Measurement Campaign at FETI site</vt:lpstr>
      <vt:lpstr>Scenario list</vt:lpstr>
      <vt:lpstr>Deadlines</vt:lpstr>
      <vt:lpstr>Deliverables</vt:lpstr>
      <vt:lpstr>Inference Demonstration (on FETI side) </vt:lpstr>
      <vt:lpstr>Visalization example</vt:lpstr>
      <vt:lpstr>Performance evaluation </vt:lpstr>
      <vt:lpstr>Presentation at FETI</vt:lpstr>
      <vt:lpstr>Prize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西野　玲奈 / Leina Nishino</dc:creator>
  <cp:keywords>FurCor</cp:keywords>
  <dc:description>FurCor</dc:description>
  <cp:lastModifiedBy>Robert Hajdu</cp:lastModifiedBy>
  <cp:revision>67</cp:revision>
  <dcterms:created xsi:type="dcterms:W3CDTF">2024-05-17T04:29:27Z</dcterms:created>
  <dcterms:modified xsi:type="dcterms:W3CDTF">2026-05-06T16:00:02Z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emplateCreated">
    <vt:lpwstr>2022-08-03 08:22 午前</vt:lpwstr>
  </property>
  <property fmtid="{D5CDD505-2E9C-101B-9397-08002B2CF9AE}" pid="3" name="TemplateLastEdited">
    <vt:lpwstr>2022-10-17 11:14 午前</vt:lpwstr>
  </property>
  <property fmtid="{D5CDD505-2E9C-101B-9397-08002B2CF9AE}" pid="4" name="MediaServiceImageTags">
    <vt:lpwstr/>
  </property>
  <property fmtid="{D5CDD505-2E9C-101B-9397-08002B2CF9AE}" pid="5" name="ContentTypeId">
    <vt:lpwstr>0x010100EC6B41C5D63D6B47A39B678AF8D13BF2</vt:lpwstr>
  </property>
</Properties>
</file>